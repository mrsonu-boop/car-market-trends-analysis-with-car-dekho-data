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46" r:id="rId17"/>
    <p:sldId id="347" r:id="rId18"/>
    <p:sldId id="348"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C79F-E49F-468B-9719-3B22A831DDAE}" v="162" dt="2026-08-27T15:53:47.59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MESH THORWAT" userId="134767541025f78a" providerId="LiveId" clId="{3B887098-64F3-439B-BD94-C65A83900DE4}"/>
    <pc:docChg chg="undo custSel addSld delSld modSld">
      <pc:chgData name="PRATHMESH THORWAT" userId="134767541025f78a" providerId="LiveId" clId="{3B887098-64F3-439B-BD94-C65A83900DE4}" dt="2026-08-27T15:54:12.752" v="335" actId="20577"/>
      <pc:docMkLst>
        <pc:docMk/>
      </pc:docMkLst>
      <pc:sldChg chg="modSp mod modAnim">
        <pc:chgData name="PRATHMESH THORWAT" userId="134767541025f78a" providerId="LiveId" clId="{3B887098-64F3-439B-BD94-C65A83900DE4}" dt="2026-08-27T15:20:07.187" v="270" actId="20577"/>
        <pc:sldMkLst>
          <pc:docMk/>
          <pc:sldMk cId="1341901065" sldId="302"/>
        </pc:sldMkLst>
        <pc:spChg chg="mod">
          <ac:chgData name="PRATHMESH THORWAT" userId="134767541025f78a" providerId="LiveId" clId="{3B887098-64F3-439B-BD94-C65A83900DE4}" dt="2026-08-27T15:20:07.187" v="270" actId="20577"/>
          <ac:spMkLst>
            <pc:docMk/>
            <pc:sldMk cId="1341901065" sldId="302"/>
            <ac:spMk id="7" creationId="{B21C28F5-3CA3-4B78-B5C9-550C00BB3174}"/>
          </ac:spMkLst>
        </pc:spChg>
      </pc:sldChg>
      <pc:sldChg chg="addSp delSp modSp mod delAnim modAnim">
        <pc:chgData name="PRATHMESH THORWAT" userId="134767541025f78a" providerId="LiveId" clId="{3B887098-64F3-439B-BD94-C65A83900DE4}" dt="2026-08-27T15:22:14.707" v="301" actId="478"/>
        <pc:sldMkLst>
          <pc:docMk/>
          <pc:sldMk cId="3401748718" sldId="304"/>
        </pc:sldMkLst>
        <pc:spChg chg="add mod">
          <ac:chgData name="PRATHMESH THORWAT" userId="134767541025f78a" providerId="LiveId" clId="{3B887098-64F3-439B-BD94-C65A83900DE4}" dt="2026-08-27T15:21:51.911" v="280" actId="1076"/>
          <ac:spMkLst>
            <pc:docMk/>
            <pc:sldMk cId="3401748718" sldId="304"/>
            <ac:spMk id="2" creationId="{F1CB3E2C-CDDC-2552-511C-BCD81A0BEC72}"/>
          </ac:spMkLst>
        </pc:spChg>
        <pc:spChg chg="del mod">
          <ac:chgData name="PRATHMESH THORWAT" userId="134767541025f78a" providerId="LiveId" clId="{3B887098-64F3-439B-BD94-C65A83900DE4}" dt="2026-08-27T15:22:14.707" v="301" actId="478"/>
          <ac:spMkLst>
            <pc:docMk/>
            <pc:sldMk cId="3401748718" sldId="304"/>
            <ac:spMk id="3" creationId="{D88C20CF-C1EE-4092-B52D-FD4AB2AB2508}"/>
          </ac:spMkLst>
        </pc:spChg>
        <pc:spChg chg="del">
          <ac:chgData name="PRATHMESH THORWAT" userId="134767541025f78a" providerId="LiveId" clId="{3B887098-64F3-439B-BD94-C65A83900DE4}" dt="2026-08-27T15:21:44.319" v="278"/>
          <ac:spMkLst>
            <pc:docMk/>
            <pc:sldMk cId="3401748718" sldId="304"/>
            <ac:spMk id="12" creationId="{BC277FD7-925B-4C3D-A364-118403201507}"/>
          </ac:spMkLst>
        </pc:spChg>
      </pc:sldChg>
      <pc:sldChg chg="addSp delSp modSp mod">
        <pc:chgData name="PRATHMESH THORWAT" userId="134767541025f78a" providerId="LiveId" clId="{3B887098-64F3-439B-BD94-C65A83900DE4}" dt="2026-08-27T15:18:20.960" v="214" actId="1076"/>
        <pc:sldMkLst>
          <pc:docMk/>
          <pc:sldMk cId="3696770303" sldId="315"/>
        </pc:sldMkLst>
        <pc:spChg chg="add del mod">
          <ac:chgData name="PRATHMESH THORWAT" userId="134767541025f78a" providerId="LiveId" clId="{3B887098-64F3-439B-BD94-C65A83900DE4}" dt="2026-08-27T15:18:20.960" v="214" actId="1076"/>
          <ac:spMkLst>
            <pc:docMk/>
            <pc:sldMk cId="3696770303" sldId="315"/>
            <ac:spMk id="2" creationId="{A5EDC3F5-FF65-A587-6A87-3E1F41540265}"/>
          </ac:spMkLst>
        </pc:spChg>
        <pc:spChg chg="mod">
          <ac:chgData name="PRATHMESH THORWAT" userId="134767541025f78a" providerId="LiveId" clId="{3B887098-64F3-439B-BD94-C65A83900DE4}" dt="2026-08-27T15:02:20.038" v="37"/>
          <ac:spMkLst>
            <pc:docMk/>
            <pc:sldMk cId="3696770303" sldId="315"/>
            <ac:spMk id="3" creationId="{EBF2FBC7-3552-4F01-BB27-8BEEE74F7277}"/>
          </ac:spMkLst>
        </pc:spChg>
      </pc:sldChg>
      <pc:sldChg chg="modSp mod modAnim">
        <pc:chgData name="PRATHMESH THORWAT" userId="134767541025f78a" providerId="LiveId" clId="{3B887098-64F3-439B-BD94-C65A83900DE4}" dt="2026-08-27T15:19:47.708" v="266" actId="20577"/>
        <pc:sldMkLst>
          <pc:docMk/>
          <pc:sldMk cId="3098548442" sldId="327"/>
        </pc:sldMkLst>
        <pc:spChg chg="mod">
          <ac:chgData name="PRATHMESH THORWAT" userId="134767541025f78a" providerId="LiveId" clId="{3B887098-64F3-439B-BD94-C65A83900DE4}" dt="2026-08-27T15:19:47.708" v="266" actId="20577"/>
          <ac:spMkLst>
            <pc:docMk/>
            <pc:sldMk cId="3098548442" sldId="327"/>
            <ac:spMk id="2" creationId="{E46E4DD1-270B-4C80-AFF0-EB26F132AF36}"/>
          </ac:spMkLst>
        </pc:spChg>
      </pc:sldChg>
      <pc:sldChg chg="modSp mod modAnim">
        <pc:chgData name="PRATHMESH THORWAT" userId="134767541025f78a" providerId="LiveId" clId="{3B887098-64F3-439B-BD94-C65A83900DE4}" dt="2026-08-27T15:18:28.206" v="215" actId="1076"/>
        <pc:sldMkLst>
          <pc:docMk/>
          <pc:sldMk cId="48075006" sldId="329"/>
        </pc:sldMkLst>
        <pc:spChg chg="mod">
          <ac:chgData name="PRATHMESH THORWAT" userId="134767541025f78a" providerId="LiveId" clId="{3B887098-64F3-439B-BD94-C65A83900DE4}" dt="2026-08-27T15:18:28.206" v="215" actId="1076"/>
          <ac:spMkLst>
            <pc:docMk/>
            <pc:sldMk cId="48075006" sldId="329"/>
            <ac:spMk id="2" creationId="{664E3B60-2780-459A-8583-F095D5E7463A}"/>
          </ac:spMkLst>
        </pc:spChg>
      </pc:sldChg>
      <pc:sldChg chg="modSp mod">
        <pc:chgData name="PRATHMESH THORWAT" userId="134767541025f78a" providerId="LiveId" clId="{3B887098-64F3-439B-BD94-C65A83900DE4}" dt="2026-08-27T15:17:39.909" v="205" actId="1076"/>
        <pc:sldMkLst>
          <pc:docMk/>
          <pc:sldMk cId="1604013440" sldId="338"/>
        </pc:sldMkLst>
        <pc:spChg chg="mod">
          <ac:chgData name="PRATHMESH THORWAT" userId="134767541025f78a" providerId="LiveId" clId="{3B887098-64F3-439B-BD94-C65A83900DE4}" dt="2026-08-27T15:17:34.853" v="204" actId="1076"/>
          <ac:spMkLst>
            <pc:docMk/>
            <pc:sldMk cId="1604013440" sldId="338"/>
            <ac:spMk id="2" creationId="{7201737A-B873-4D1D-8A41-5ABF5184BC8F}"/>
          </ac:spMkLst>
        </pc:spChg>
        <pc:spChg chg="mod">
          <ac:chgData name="PRATHMESH THORWAT" userId="134767541025f78a" providerId="LiveId" clId="{3B887098-64F3-439B-BD94-C65A83900DE4}" dt="2026-08-27T15:17:39.909" v="205" actId="1076"/>
          <ac:spMkLst>
            <pc:docMk/>
            <pc:sldMk cId="1604013440" sldId="338"/>
            <ac:spMk id="4" creationId="{92056599-CDAA-4367-BEF8-31D6E32518C8}"/>
          </ac:spMkLst>
        </pc:spChg>
      </pc:sldChg>
      <pc:sldChg chg="modSp mod modAnim">
        <pc:chgData name="PRATHMESH THORWAT" userId="134767541025f78a" providerId="LiveId" clId="{3B887098-64F3-439B-BD94-C65A83900DE4}" dt="2026-08-27T15:06:23.735" v="107" actId="27636"/>
        <pc:sldMkLst>
          <pc:docMk/>
          <pc:sldMk cId="1086225493" sldId="339"/>
        </pc:sldMkLst>
        <pc:spChg chg="mod">
          <ac:chgData name="PRATHMESH THORWAT" userId="134767541025f78a" providerId="LiveId" clId="{3B887098-64F3-439B-BD94-C65A83900DE4}" dt="2026-08-27T15:06:23.735" v="107" actId="27636"/>
          <ac:spMkLst>
            <pc:docMk/>
            <pc:sldMk cId="1086225493" sldId="339"/>
            <ac:spMk id="10" creationId="{B19D8AC7-3787-4ADB-9212-0808F015C2DD}"/>
          </ac:spMkLst>
        </pc:spChg>
      </pc:sldChg>
      <pc:sldChg chg="addSp delSp modSp new mod">
        <pc:chgData name="PRATHMESH THORWAT" userId="134767541025f78a" providerId="LiveId" clId="{3B887098-64F3-439B-BD94-C65A83900DE4}" dt="2026-08-27T15:13:37.248" v="181" actId="1076"/>
        <pc:sldMkLst>
          <pc:docMk/>
          <pc:sldMk cId="140735414" sldId="340"/>
        </pc:sldMkLst>
        <pc:spChg chg="del">
          <ac:chgData name="PRATHMESH THORWAT" userId="134767541025f78a" providerId="LiveId" clId="{3B887098-64F3-439B-BD94-C65A83900DE4}" dt="2026-08-27T15:06:32.326" v="109" actId="478"/>
          <ac:spMkLst>
            <pc:docMk/>
            <pc:sldMk cId="140735414" sldId="340"/>
            <ac:spMk id="2" creationId="{5230B112-C4C0-F8B1-56E7-455882222E84}"/>
          </ac:spMkLst>
        </pc:spChg>
        <pc:spChg chg="del">
          <ac:chgData name="PRATHMESH THORWAT" userId="134767541025f78a" providerId="LiveId" clId="{3B887098-64F3-439B-BD94-C65A83900DE4}" dt="2026-08-27T15:06:32.326" v="109" actId="478"/>
          <ac:spMkLst>
            <pc:docMk/>
            <pc:sldMk cId="140735414" sldId="340"/>
            <ac:spMk id="3" creationId="{8DEABD2C-EBEE-848E-55FE-434C87915DA1}"/>
          </ac:spMkLst>
        </pc:spChg>
        <pc:spChg chg="del">
          <ac:chgData name="PRATHMESH THORWAT" userId="134767541025f78a" providerId="LiveId" clId="{3B887098-64F3-439B-BD94-C65A83900DE4}" dt="2026-08-27T15:06:32.326" v="109" actId="478"/>
          <ac:spMkLst>
            <pc:docMk/>
            <pc:sldMk cId="140735414" sldId="340"/>
            <ac:spMk id="4" creationId="{56CC7567-3DA8-3439-C464-5626FFD1E9BD}"/>
          </ac:spMkLst>
        </pc:spChg>
        <pc:spChg chg="add del mod">
          <ac:chgData name="PRATHMESH THORWAT" userId="134767541025f78a" providerId="LiveId" clId="{3B887098-64F3-439B-BD94-C65A83900DE4}" dt="2026-08-27T15:07:30.236" v="115" actId="478"/>
          <ac:spMkLst>
            <pc:docMk/>
            <pc:sldMk cId="140735414" sldId="340"/>
            <ac:spMk id="5" creationId="{0DCD46CB-670B-7E26-A972-9AF4CBE8E587}"/>
          </ac:spMkLst>
        </pc:spChg>
        <pc:spChg chg="add mod">
          <ac:chgData name="PRATHMESH THORWAT" userId="134767541025f78a" providerId="LiveId" clId="{3B887098-64F3-439B-BD94-C65A83900DE4}" dt="2026-08-27T15:08:10.783" v="125" actId="14100"/>
          <ac:spMkLst>
            <pc:docMk/>
            <pc:sldMk cId="140735414" sldId="340"/>
            <ac:spMk id="6" creationId="{3D2383A8-B01C-E57A-8CBA-CAF5EB30B74C}"/>
          </ac:spMkLst>
        </pc:spChg>
        <pc:spChg chg="add mod">
          <ac:chgData name="PRATHMESH THORWAT" userId="134767541025f78a" providerId="LiveId" clId="{3B887098-64F3-439B-BD94-C65A83900DE4}" dt="2026-08-27T15:08:22.262" v="128" actId="207"/>
          <ac:spMkLst>
            <pc:docMk/>
            <pc:sldMk cId="140735414" sldId="340"/>
            <ac:spMk id="8" creationId="{5AB3C8ED-D0BB-BABB-9207-33E132AC2989}"/>
          </ac:spMkLst>
        </pc:spChg>
        <pc:picChg chg="add mod">
          <ac:chgData name="PRATHMESH THORWAT" userId="134767541025f78a" providerId="LiveId" clId="{3B887098-64F3-439B-BD94-C65A83900DE4}" dt="2026-08-27T15:13:37.248" v="181" actId="1076"/>
          <ac:picMkLst>
            <pc:docMk/>
            <pc:sldMk cId="140735414" sldId="340"/>
            <ac:picMk id="7" creationId="{EA529B2C-6A53-C290-0E40-9AB9876A76BC}"/>
          </ac:picMkLst>
        </pc:picChg>
      </pc:sldChg>
      <pc:sldChg chg="addSp delSp modSp new mod">
        <pc:chgData name="PRATHMESH THORWAT" userId="134767541025f78a" providerId="LiveId" clId="{3B887098-64F3-439B-BD94-C65A83900DE4}" dt="2026-08-27T15:13:27.845" v="179" actId="1076"/>
        <pc:sldMkLst>
          <pc:docMk/>
          <pc:sldMk cId="2314016209" sldId="341"/>
        </pc:sldMkLst>
        <pc:spChg chg="del">
          <ac:chgData name="PRATHMESH THORWAT" userId="134767541025f78a" providerId="LiveId" clId="{3B887098-64F3-439B-BD94-C65A83900DE4}" dt="2026-08-27T15:09:12.083" v="133" actId="478"/>
          <ac:spMkLst>
            <pc:docMk/>
            <pc:sldMk cId="2314016209" sldId="341"/>
            <ac:spMk id="2" creationId="{8B03622A-B0BE-36E6-CF9F-B42E271A7D08}"/>
          </ac:spMkLst>
        </pc:spChg>
        <pc:spChg chg="del">
          <ac:chgData name="PRATHMESH THORWAT" userId="134767541025f78a" providerId="LiveId" clId="{3B887098-64F3-439B-BD94-C65A83900DE4}" dt="2026-08-27T15:09:12.083" v="133" actId="478"/>
          <ac:spMkLst>
            <pc:docMk/>
            <pc:sldMk cId="2314016209" sldId="341"/>
            <ac:spMk id="3" creationId="{840A3732-5EAE-DB22-215B-E9918E8BAFD3}"/>
          </ac:spMkLst>
        </pc:spChg>
        <pc:spChg chg="del">
          <ac:chgData name="PRATHMESH THORWAT" userId="134767541025f78a" providerId="LiveId" clId="{3B887098-64F3-439B-BD94-C65A83900DE4}" dt="2026-08-27T15:09:12.083" v="133" actId="478"/>
          <ac:spMkLst>
            <pc:docMk/>
            <pc:sldMk cId="2314016209" sldId="341"/>
            <ac:spMk id="4" creationId="{8E4CFD89-2021-A9F1-915B-481A0650241D}"/>
          </ac:spMkLst>
        </pc:spChg>
        <pc:spChg chg="add del mod">
          <ac:chgData name="PRATHMESH THORWAT" userId="134767541025f78a" providerId="LiveId" clId="{3B887098-64F3-439B-BD94-C65A83900DE4}" dt="2026-08-27T15:09:46.426" v="143" actId="478"/>
          <ac:spMkLst>
            <pc:docMk/>
            <pc:sldMk cId="2314016209" sldId="341"/>
            <ac:spMk id="5" creationId="{D1723924-D2BF-0756-A814-20E8C9C5181E}"/>
          </ac:spMkLst>
        </pc:spChg>
        <pc:spChg chg="add del mod">
          <ac:chgData name="PRATHMESH THORWAT" userId="134767541025f78a" providerId="LiveId" clId="{3B887098-64F3-439B-BD94-C65A83900DE4}" dt="2026-08-27T15:10:13.249" v="147" actId="207"/>
          <ac:spMkLst>
            <pc:docMk/>
            <pc:sldMk cId="2314016209" sldId="341"/>
            <ac:spMk id="6" creationId="{5B66DAA6-1933-C68C-769B-AF6A0564A74F}"/>
          </ac:spMkLst>
        </pc:spChg>
        <pc:spChg chg="add del mod">
          <ac:chgData name="PRATHMESH THORWAT" userId="134767541025f78a" providerId="LiveId" clId="{3B887098-64F3-439B-BD94-C65A83900DE4}" dt="2026-08-27T15:10:38.266" v="150" actId="1076"/>
          <ac:spMkLst>
            <pc:docMk/>
            <pc:sldMk cId="2314016209" sldId="341"/>
            <ac:spMk id="8" creationId="{23E740D4-F17C-D37B-5895-A8455D4D92C2}"/>
          </ac:spMkLst>
        </pc:spChg>
        <pc:picChg chg="add del mod">
          <ac:chgData name="PRATHMESH THORWAT" userId="134767541025f78a" providerId="LiveId" clId="{3B887098-64F3-439B-BD94-C65A83900DE4}" dt="2026-08-27T15:13:27.845" v="179" actId="1076"/>
          <ac:picMkLst>
            <pc:docMk/>
            <pc:sldMk cId="2314016209" sldId="341"/>
            <ac:picMk id="7" creationId="{88E4D8B0-FFC8-A700-BE17-8A306AADC3D8}"/>
          </ac:picMkLst>
        </pc:picChg>
      </pc:sldChg>
      <pc:sldChg chg="addSp delSp modSp new mod">
        <pc:chgData name="PRATHMESH THORWAT" userId="134767541025f78a" providerId="LiveId" clId="{3B887098-64F3-439B-BD94-C65A83900DE4}" dt="2026-08-27T15:13:47.906" v="182" actId="1076"/>
        <pc:sldMkLst>
          <pc:docMk/>
          <pc:sldMk cId="166641477" sldId="342"/>
        </pc:sldMkLst>
        <pc:spChg chg="del">
          <ac:chgData name="PRATHMESH THORWAT" userId="134767541025f78a" providerId="LiveId" clId="{3B887098-64F3-439B-BD94-C65A83900DE4}" dt="2026-08-27T15:10:51.570" v="152" actId="478"/>
          <ac:spMkLst>
            <pc:docMk/>
            <pc:sldMk cId="166641477" sldId="342"/>
            <ac:spMk id="2" creationId="{46CBC538-0FB0-E0A3-81E7-CEB516883542}"/>
          </ac:spMkLst>
        </pc:spChg>
        <pc:spChg chg="del">
          <ac:chgData name="PRATHMESH THORWAT" userId="134767541025f78a" providerId="LiveId" clId="{3B887098-64F3-439B-BD94-C65A83900DE4}" dt="2026-08-27T15:10:51.570" v="152" actId="478"/>
          <ac:spMkLst>
            <pc:docMk/>
            <pc:sldMk cId="166641477" sldId="342"/>
            <ac:spMk id="3" creationId="{6B1F25CB-FDD8-AC3A-E433-3082C23C092A}"/>
          </ac:spMkLst>
        </pc:spChg>
        <pc:spChg chg="del">
          <ac:chgData name="PRATHMESH THORWAT" userId="134767541025f78a" providerId="LiveId" clId="{3B887098-64F3-439B-BD94-C65A83900DE4}" dt="2026-08-27T15:10:51.570" v="152" actId="478"/>
          <ac:spMkLst>
            <pc:docMk/>
            <pc:sldMk cId="166641477" sldId="342"/>
            <ac:spMk id="4" creationId="{1D30618E-7255-3F4D-DFA4-981BEE244BB8}"/>
          </ac:spMkLst>
        </pc:spChg>
        <pc:spChg chg="add del mod">
          <ac:chgData name="PRATHMESH THORWAT" userId="134767541025f78a" providerId="LiveId" clId="{3B887098-64F3-439B-BD94-C65A83900DE4}" dt="2026-08-27T15:11:16.802" v="154" actId="478"/>
          <ac:spMkLst>
            <pc:docMk/>
            <pc:sldMk cId="166641477" sldId="342"/>
            <ac:spMk id="5" creationId="{34174FFD-1625-3912-A5F7-6F14E7968AFF}"/>
          </ac:spMkLst>
        </pc:spChg>
        <pc:spChg chg="add mod">
          <ac:chgData name="PRATHMESH THORWAT" userId="134767541025f78a" providerId="LiveId" clId="{3B887098-64F3-439B-BD94-C65A83900DE4}" dt="2026-08-27T15:11:32.559" v="158" actId="207"/>
          <ac:spMkLst>
            <pc:docMk/>
            <pc:sldMk cId="166641477" sldId="342"/>
            <ac:spMk id="6" creationId="{3D00241B-F3A5-9F52-15BD-436E36D1DBD4}"/>
          </ac:spMkLst>
        </pc:spChg>
        <pc:spChg chg="add mod">
          <ac:chgData name="PRATHMESH THORWAT" userId="134767541025f78a" providerId="LiveId" clId="{3B887098-64F3-439B-BD94-C65A83900DE4}" dt="2026-08-27T15:13:47.906" v="182" actId="1076"/>
          <ac:spMkLst>
            <pc:docMk/>
            <pc:sldMk cId="166641477" sldId="342"/>
            <ac:spMk id="8" creationId="{842F6D9B-04C7-81FB-F8AB-6E42F915B3E6}"/>
          </ac:spMkLst>
        </pc:spChg>
        <pc:picChg chg="add mod">
          <ac:chgData name="PRATHMESH THORWAT" userId="134767541025f78a" providerId="LiveId" clId="{3B887098-64F3-439B-BD94-C65A83900DE4}" dt="2026-08-27T15:13:23.088" v="178" actId="1076"/>
          <ac:picMkLst>
            <pc:docMk/>
            <pc:sldMk cId="166641477" sldId="342"/>
            <ac:picMk id="7" creationId="{33E42397-628B-4BE2-6EB6-A393795FAC2E}"/>
          </ac:picMkLst>
        </pc:picChg>
      </pc:sldChg>
      <pc:sldChg chg="addSp delSp modSp new mod">
        <pc:chgData name="PRATHMESH THORWAT" userId="134767541025f78a" providerId="LiveId" clId="{3B887098-64F3-439B-BD94-C65A83900DE4}" dt="2026-08-27T15:12:47.808" v="173"/>
        <pc:sldMkLst>
          <pc:docMk/>
          <pc:sldMk cId="903765197" sldId="343"/>
        </pc:sldMkLst>
        <pc:spChg chg="del">
          <ac:chgData name="PRATHMESH THORWAT" userId="134767541025f78a" providerId="LiveId" clId="{3B887098-64F3-439B-BD94-C65A83900DE4}" dt="2026-08-27T15:11:59.526" v="161" actId="478"/>
          <ac:spMkLst>
            <pc:docMk/>
            <pc:sldMk cId="903765197" sldId="343"/>
            <ac:spMk id="2" creationId="{BFEF1EE4-C927-BC37-8EA8-8F5DEE050B8F}"/>
          </ac:spMkLst>
        </pc:spChg>
        <pc:spChg chg="del">
          <ac:chgData name="PRATHMESH THORWAT" userId="134767541025f78a" providerId="LiveId" clId="{3B887098-64F3-439B-BD94-C65A83900DE4}" dt="2026-08-27T15:11:59.526" v="161" actId="478"/>
          <ac:spMkLst>
            <pc:docMk/>
            <pc:sldMk cId="903765197" sldId="343"/>
            <ac:spMk id="3" creationId="{3E6EC665-2910-03F1-66BC-4F5DCABB04CB}"/>
          </ac:spMkLst>
        </pc:spChg>
        <pc:spChg chg="del">
          <ac:chgData name="PRATHMESH THORWAT" userId="134767541025f78a" providerId="LiveId" clId="{3B887098-64F3-439B-BD94-C65A83900DE4}" dt="2026-08-27T15:11:59.526" v="161" actId="478"/>
          <ac:spMkLst>
            <pc:docMk/>
            <pc:sldMk cId="903765197" sldId="343"/>
            <ac:spMk id="4" creationId="{C7C1FCAB-97D5-0841-F2FB-2EFD90B95B0A}"/>
          </ac:spMkLst>
        </pc:spChg>
        <pc:spChg chg="add del mod">
          <ac:chgData name="PRATHMESH THORWAT" userId="134767541025f78a" providerId="LiveId" clId="{3B887098-64F3-439B-BD94-C65A83900DE4}" dt="2026-08-27T15:12:15.028" v="163" actId="478"/>
          <ac:spMkLst>
            <pc:docMk/>
            <pc:sldMk cId="903765197" sldId="343"/>
            <ac:spMk id="5" creationId="{B8795CE7-7F11-633C-4BA5-69803520B73E}"/>
          </ac:spMkLst>
        </pc:spChg>
        <pc:spChg chg="add mod">
          <ac:chgData name="PRATHMESH THORWAT" userId="134767541025f78a" providerId="LiveId" clId="{3B887098-64F3-439B-BD94-C65A83900DE4}" dt="2026-08-27T15:12:34.646" v="168" actId="207"/>
          <ac:spMkLst>
            <pc:docMk/>
            <pc:sldMk cId="903765197" sldId="343"/>
            <ac:spMk id="6" creationId="{2767E68F-4570-EBE7-0AB3-B2F6D41CE950}"/>
          </ac:spMkLst>
        </pc:spChg>
        <pc:spChg chg="add mod">
          <ac:chgData name="PRATHMESH THORWAT" userId="134767541025f78a" providerId="LiveId" clId="{3B887098-64F3-439B-BD94-C65A83900DE4}" dt="2026-08-27T15:12:28.336" v="167" actId="1076"/>
          <ac:spMkLst>
            <pc:docMk/>
            <pc:sldMk cId="903765197" sldId="343"/>
            <ac:spMk id="8" creationId="{DDA2EBC8-129E-CF0E-1488-C11F622B4655}"/>
          </ac:spMkLst>
        </pc:spChg>
        <pc:spChg chg="add del mod">
          <ac:chgData name="PRATHMESH THORWAT" userId="134767541025f78a" providerId="LiveId" clId="{3B887098-64F3-439B-BD94-C65A83900DE4}" dt="2026-08-27T15:12:47.808" v="173"/>
          <ac:spMkLst>
            <pc:docMk/>
            <pc:sldMk cId="903765197" sldId="343"/>
            <ac:spMk id="9" creationId="{9EDD309D-3588-22DE-8602-A4D0F66CB255}"/>
          </ac:spMkLst>
        </pc:spChg>
        <pc:picChg chg="add mod">
          <ac:chgData name="PRATHMESH THORWAT" userId="134767541025f78a" providerId="LiveId" clId="{3B887098-64F3-439B-BD94-C65A83900DE4}" dt="2026-08-27T15:12:39.047" v="169" actId="1076"/>
          <ac:picMkLst>
            <pc:docMk/>
            <pc:sldMk cId="903765197" sldId="343"/>
            <ac:picMk id="7" creationId="{89EECECC-216F-17A8-5448-38C0E8B7D30F}"/>
          </ac:picMkLst>
        </pc:picChg>
      </pc:sldChg>
      <pc:sldChg chg="new del">
        <pc:chgData name="PRATHMESH THORWAT" userId="134767541025f78a" providerId="LiveId" clId="{3B887098-64F3-439B-BD94-C65A83900DE4}" dt="2026-08-27T15:13:16.990" v="177" actId="47"/>
        <pc:sldMkLst>
          <pc:docMk/>
          <pc:sldMk cId="722059291" sldId="344"/>
        </pc:sldMkLst>
      </pc:sldChg>
      <pc:sldChg chg="addSp delSp modSp new mod">
        <pc:chgData name="PRATHMESH THORWAT" userId="134767541025f78a" providerId="LiveId" clId="{3B887098-64F3-439B-BD94-C65A83900DE4}" dt="2026-08-27T15:14:57.719" v="190" actId="207"/>
        <pc:sldMkLst>
          <pc:docMk/>
          <pc:sldMk cId="3203056669" sldId="344"/>
        </pc:sldMkLst>
        <pc:spChg chg="del">
          <ac:chgData name="PRATHMESH THORWAT" userId="134767541025f78a" providerId="LiveId" clId="{3B887098-64F3-439B-BD94-C65A83900DE4}" dt="2026-08-27T15:14:22.309" v="184" actId="478"/>
          <ac:spMkLst>
            <pc:docMk/>
            <pc:sldMk cId="3203056669" sldId="344"/>
            <ac:spMk id="2" creationId="{28525BE9-B671-14B2-B68E-F559B48335ED}"/>
          </ac:spMkLst>
        </pc:spChg>
        <pc:spChg chg="del">
          <ac:chgData name="PRATHMESH THORWAT" userId="134767541025f78a" providerId="LiveId" clId="{3B887098-64F3-439B-BD94-C65A83900DE4}" dt="2026-08-27T15:14:22.309" v="184" actId="478"/>
          <ac:spMkLst>
            <pc:docMk/>
            <pc:sldMk cId="3203056669" sldId="344"/>
            <ac:spMk id="3" creationId="{9274959D-503B-70E4-B806-C6897EBCC117}"/>
          </ac:spMkLst>
        </pc:spChg>
        <pc:spChg chg="del">
          <ac:chgData name="PRATHMESH THORWAT" userId="134767541025f78a" providerId="LiveId" clId="{3B887098-64F3-439B-BD94-C65A83900DE4}" dt="2026-08-27T15:14:22.309" v="184" actId="478"/>
          <ac:spMkLst>
            <pc:docMk/>
            <pc:sldMk cId="3203056669" sldId="344"/>
            <ac:spMk id="4" creationId="{C98D41C3-AE51-CA6A-9F63-1E2374926F59}"/>
          </ac:spMkLst>
        </pc:spChg>
        <pc:spChg chg="add del mod">
          <ac:chgData name="PRATHMESH THORWAT" userId="134767541025f78a" providerId="LiveId" clId="{3B887098-64F3-439B-BD94-C65A83900DE4}" dt="2026-08-27T15:14:42.769" v="186" actId="478"/>
          <ac:spMkLst>
            <pc:docMk/>
            <pc:sldMk cId="3203056669" sldId="344"/>
            <ac:spMk id="5" creationId="{7508ABCA-339E-8D20-9A2C-E60A7CC23314}"/>
          </ac:spMkLst>
        </pc:spChg>
        <pc:spChg chg="add mod">
          <ac:chgData name="PRATHMESH THORWAT" userId="134767541025f78a" providerId="LiveId" clId="{3B887098-64F3-439B-BD94-C65A83900DE4}" dt="2026-08-27T15:14:57.719" v="190" actId="207"/>
          <ac:spMkLst>
            <pc:docMk/>
            <pc:sldMk cId="3203056669" sldId="344"/>
            <ac:spMk id="6" creationId="{51D610BA-A988-E81C-DF8D-0AFE217C049E}"/>
          </ac:spMkLst>
        </pc:spChg>
        <pc:spChg chg="add mod">
          <ac:chgData name="PRATHMESH THORWAT" userId="134767541025f78a" providerId="LiveId" clId="{3B887098-64F3-439B-BD94-C65A83900DE4}" dt="2026-08-27T15:14:53.198" v="189" actId="1076"/>
          <ac:spMkLst>
            <pc:docMk/>
            <pc:sldMk cId="3203056669" sldId="344"/>
            <ac:spMk id="8" creationId="{8F3A4949-14B7-89EE-F439-4E9DEC621B99}"/>
          </ac:spMkLst>
        </pc:spChg>
        <pc:picChg chg="add mod">
          <ac:chgData name="PRATHMESH THORWAT" userId="134767541025f78a" providerId="LiveId" clId="{3B887098-64F3-439B-BD94-C65A83900DE4}" dt="2026-08-27T15:14:44.795" v="187" actId="1076"/>
          <ac:picMkLst>
            <pc:docMk/>
            <pc:sldMk cId="3203056669" sldId="344"/>
            <ac:picMk id="7" creationId="{0BE4A446-8EF1-25BC-5616-3CDE50549A02}"/>
          </ac:picMkLst>
        </pc:picChg>
      </pc:sldChg>
      <pc:sldChg chg="new del">
        <pc:chgData name="PRATHMESH THORWAT" userId="134767541025f78a" providerId="LiveId" clId="{3B887098-64F3-439B-BD94-C65A83900DE4}" dt="2026-08-27T15:13:16.472" v="176" actId="47"/>
        <pc:sldMkLst>
          <pc:docMk/>
          <pc:sldMk cId="3245314865" sldId="345"/>
        </pc:sldMkLst>
      </pc:sldChg>
      <pc:sldChg chg="addSp delSp modSp new mod">
        <pc:chgData name="PRATHMESH THORWAT" userId="134767541025f78a" providerId="LiveId" clId="{3B887098-64F3-439B-BD94-C65A83900DE4}" dt="2026-08-27T15:15:42.782" v="198" actId="207"/>
        <pc:sldMkLst>
          <pc:docMk/>
          <pc:sldMk cId="3608001406" sldId="345"/>
        </pc:sldMkLst>
        <pc:spChg chg="del">
          <ac:chgData name="PRATHMESH THORWAT" userId="134767541025f78a" providerId="LiveId" clId="{3B887098-64F3-439B-BD94-C65A83900DE4}" dt="2026-08-27T15:15:09.586" v="192" actId="478"/>
          <ac:spMkLst>
            <pc:docMk/>
            <pc:sldMk cId="3608001406" sldId="345"/>
            <ac:spMk id="2" creationId="{BAA89D98-3152-C110-7C5D-1D07D29DE8A0}"/>
          </ac:spMkLst>
        </pc:spChg>
        <pc:spChg chg="del">
          <ac:chgData name="PRATHMESH THORWAT" userId="134767541025f78a" providerId="LiveId" clId="{3B887098-64F3-439B-BD94-C65A83900DE4}" dt="2026-08-27T15:15:09.586" v="192" actId="478"/>
          <ac:spMkLst>
            <pc:docMk/>
            <pc:sldMk cId="3608001406" sldId="345"/>
            <ac:spMk id="3" creationId="{95DF6911-D466-6303-91E6-6A63F37ACE83}"/>
          </ac:spMkLst>
        </pc:spChg>
        <pc:spChg chg="del">
          <ac:chgData name="PRATHMESH THORWAT" userId="134767541025f78a" providerId="LiveId" clId="{3B887098-64F3-439B-BD94-C65A83900DE4}" dt="2026-08-27T15:15:09.586" v="192" actId="478"/>
          <ac:spMkLst>
            <pc:docMk/>
            <pc:sldMk cId="3608001406" sldId="345"/>
            <ac:spMk id="4" creationId="{7CEB1FBE-DC52-2056-FB51-C3B90101FD3D}"/>
          </ac:spMkLst>
        </pc:spChg>
        <pc:spChg chg="add del mod">
          <ac:chgData name="PRATHMESH THORWAT" userId="134767541025f78a" providerId="LiveId" clId="{3B887098-64F3-439B-BD94-C65A83900DE4}" dt="2026-08-27T15:15:29.190" v="194" actId="478"/>
          <ac:spMkLst>
            <pc:docMk/>
            <pc:sldMk cId="3608001406" sldId="345"/>
            <ac:spMk id="5" creationId="{F5B5B965-D341-9F9E-95D2-A64B00585F2A}"/>
          </ac:spMkLst>
        </pc:spChg>
        <pc:spChg chg="add mod">
          <ac:chgData name="PRATHMESH THORWAT" userId="134767541025f78a" providerId="LiveId" clId="{3B887098-64F3-439B-BD94-C65A83900DE4}" dt="2026-08-27T15:15:42.782" v="198" actId="207"/>
          <ac:spMkLst>
            <pc:docMk/>
            <pc:sldMk cId="3608001406" sldId="345"/>
            <ac:spMk id="6" creationId="{D3521FF6-E568-7B5A-7314-882D69AD33C5}"/>
          </ac:spMkLst>
        </pc:spChg>
        <pc:spChg chg="add mod">
          <ac:chgData name="PRATHMESH THORWAT" userId="134767541025f78a" providerId="LiveId" clId="{3B887098-64F3-439B-BD94-C65A83900DE4}" dt="2026-08-27T15:15:37.185" v="197" actId="1076"/>
          <ac:spMkLst>
            <pc:docMk/>
            <pc:sldMk cId="3608001406" sldId="345"/>
            <ac:spMk id="8" creationId="{CC184DD8-AFD0-1312-ECAC-388A2EF21AA0}"/>
          </ac:spMkLst>
        </pc:spChg>
        <pc:picChg chg="add mod">
          <ac:chgData name="PRATHMESH THORWAT" userId="134767541025f78a" providerId="LiveId" clId="{3B887098-64F3-439B-BD94-C65A83900DE4}" dt="2026-08-27T15:15:31.553" v="195" actId="1076"/>
          <ac:picMkLst>
            <pc:docMk/>
            <pc:sldMk cId="3608001406" sldId="345"/>
            <ac:picMk id="7" creationId="{EBBA45A0-6712-FE0B-166B-60FE76D0DE22}"/>
          </ac:picMkLst>
        </pc:picChg>
      </pc:sldChg>
      <pc:sldChg chg="addSp delSp modSp new mod">
        <pc:chgData name="PRATHMESH THORWAT" userId="134767541025f78a" providerId="LiveId" clId="{3B887098-64F3-439B-BD94-C65A83900DE4}" dt="2026-08-27T15:45:31.783" v="316" actId="1076"/>
        <pc:sldMkLst>
          <pc:docMk/>
          <pc:sldMk cId="694650764" sldId="346"/>
        </pc:sldMkLst>
        <pc:spChg chg="add del mod">
          <ac:chgData name="PRATHMESH THORWAT" userId="134767541025f78a" providerId="LiveId" clId="{3B887098-64F3-439B-BD94-C65A83900DE4}" dt="2026-08-27T15:20:47.953" v="272" actId="478"/>
          <ac:spMkLst>
            <pc:docMk/>
            <pc:sldMk cId="694650764" sldId="346"/>
            <ac:spMk id="2" creationId="{27B139E2-0310-1BB6-8F8E-D26CFB1F1765}"/>
          </ac:spMkLst>
        </pc:spChg>
        <pc:spChg chg="del">
          <ac:chgData name="PRATHMESH THORWAT" userId="134767541025f78a" providerId="LiveId" clId="{3B887098-64F3-439B-BD94-C65A83900DE4}" dt="2026-08-27T15:16:25.199" v="200" actId="478"/>
          <ac:spMkLst>
            <pc:docMk/>
            <pc:sldMk cId="694650764" sldId="346"/>
            <ac:spMk id="2" creationId="{E2676F02-5F9E-95B1-D82D-E92AD7A3F1AA}"/>
          </ac:spMkLst>
        </pc:spChg>
        <pc:spChg chg="add mod">
          <ac:chgData name="PRATHMESH THORWAT" userId="134767541025f78a" providerId="LiveId" clId="{3B887098-64F3-439B-BD94-C65A83900DE4}" dt="2026-08-27T15:20:56.956" v="273" actId="207"/>
          <ac:spMkLst>
            <pc:docMk/>
            <pc:sldMk cId="694650764" sldId="346"/>
            <ac:spMk id="3" creationId="{3AA54F25-7DC6-4645-F023-DA1C84C84FFD}"/>
          </ac:spMkLst>
        </pc:spChg>
        <pc:spChg chg="del">
          <ac:chgData name="PRATHMESH THORWAT" userId="134767541025f78a" providerId="LiveId" clId="{3B887098-64F3-439B-BD94-C65A83900DE4}" dt="2026-08-27T15:16:25.199" v="200" actId="478"/>
          <ac:spMkLst>
            <pc:docMk/>
            <pc:sldMk cId="694650764" sldId="346"/>
            <ac:spMk id="3" creationId="{CD4793DB-2644-F8AE-BC2A-9492D2FF6544}"/>
          </ac:spMkLst>
        </pc:spChg>
        <pc:spChg chg="add del mod">
          <ac:chgData name="PRATHMESH THORWAT" userId="134767541025f78a" providerId="LiveId" clId="{3B887098-64F3-439B-BD94-C65A83900DE4}" dt="2026-08-27T15:43:44.830" v="303" actId="478"/>
          <ac:spMkLst>
            <pc:docMk/>
            <pc:sldMk cId="694650764" sldId="346"/>
            <ac:spMk id="4" creationId="{2D0B416D-ECE3-1F92-0CB2-4091D866FE33}"/>
          </ac:spMkLst>
        </pc:spChg>
        <pc:spChg chg="del">
          <ac:chgData name="PRATHMESH THORWAT" userId="134767541025f78a" providerId="LiveId" clId="{3B887098-64F3-439B-BD94-C65A83900DE4}" dt="2026-08-27T15:16:25.199" v="200" actId="478"/>
          <ac:spMkLst>
            <pc:docMk/>
            <pc:sldMk cId="694650764" sldId="346"/>
            <ac:spMk id="4" creationId="{DC46AE13-16CB-0143-02E4-3C3BF0BD90CF}"/>
          </ac:spMkLst>
        </pc:spChg>
        <pc:spChg chg="add mod">
          <ac:chgData name="PRATHMESH THORWAT" userId="134767541025f78a" providerId="LiveId" clId="{3B887098-64F3-439B-BD94-C65A83900DE4}" dt="2026-08-27T15:22:19.717" v="302" actId="1076"/>
          <ac:spMkLst>
            <pc:docMk/>
            <pc:sldMk cId="694650764" sldId="346"/>
            <ac:spMk id="5" creationId="{43925F17-A5EB-158D-F3D5-952B5230A9B6}"/>
          </ac:spMkLst>
        </pc:spChg>
        <pc:spChg chg="add mod">
          <ac:chgData name="PRATHMESH THORWAT" userId="134767541025f78a" providerId="LiveId" clId="{3B887098-64F3-439B-BD94-C65A83900DE4}" dt="2026-08-27T15:21:23.417" v="277" actId="1076"/>
          <ac:spMkLst>
            <pc:docMk/>
            <pc:sldMk cId="694650764" sldId="346"/>
            <ac:spMk id="6" creationId="{EF007E21-4C87-F1FC-19C3-F1C27246E321}"/>
          </ac:spMkLst>
        </pc:spChg>
        <pc:picChg chg="add mod">
          <ac:chgData name="PRATHMESH THORWAT" userId="134767541025f78a" providerId="LiveId" clId="{3B887098-64F3-439B-BD94-C65A83900DE4}" dt="2026-08-27T15:45:31.783" v="316" actId="1076"/>
          <ac:picMkLst>
            <pc:docMk/>
            <pc:sldMk cId="694650764" sldId="346"/>
            <ac:picMk id="8" creationId="{B9ABA729-707A-B658-F6EC-05634AF7A522}"/>
          </ac:picMkLst>
        </pc:picChg>
        <pc:picChg chg="add del mod">
          <ac:chgData name="PRATHMESH THORWAT" userId="134767541025f78a" providerId="LiveId" clId="{3B887098-64F3-439B-BD94-C65A83900DE4}" dt="2026-08-27T15:45:20.508" v="314" actId="478"/>
          <ac:picMkLst>
            <pc:docMk/>
            <pc:sldMk cId="694650764" sldId="346"/>
            <ac:picMk id="9" creationId="{97AB1F2A-A1A7-F463-B3F0-973A8E04AC41}"/>
          </ac:picMkLst>
        </pc:picChg>
      </pc:sldChg>
      <pc:sldChg chg="addSp delSp modSp new mod setBg">
        <pc:chgData name="PRATHMESH THORWAT" userId="134767541025f78a" providerId="LiveId" clId="{3B887098-64F3-439B-BD94-C65A83900DE4}" dt="2026-08-27T15:45:00.807" v="311" actId="26606"/>
        <pc:sldMkLst>
          <pc:docMk/>
          <pc:sldMk cId="2597412052" sldId="347"/>
        </pc:sldMkLst>
        <pc:spChg chg="del">
          <ac:chgData name="PRATHMESH THORWAT" userId="134767541025f78a" providerId="LiveId" clId="{3B887098-64F3-439B-BD94-C65A83900DE4}" dt="2026-08-27T15:44:17.456" v="309" actId="478"/>
          <ac:spMkLst>
            <pc:docMk/>
            <pc:sldMk cId="2597412052" sldId="347"/>
            <ac:spMk id="2" creationId="{A538FA34-2435-1011-FE36-8ED51D8FD583}"/>
          </ac:spMkLst>
        </pc:spChg>
        <pc:spChg chg="del">
          <ac:chgData name="PRATHMESH THORWAT" userId="134767541025f78a" providerId="LiveId" clId="{3B887098-64F3-439B-BD94-C65A83900DE4}" dt="2026-08-27T15:44:17.456" v="309" actId="478"/>
          <ac:spMkLst>
            <pc:docMk/>
            <pc:sldMk cId="2597412052" sldId="347"/>
            <ac:spMk id="3" creationId="{F7787CF2-4717-29DC-3C57-5CF0A2B565C2}"/>
          </ac:spMkLst>
        </pc:spChg>
        <pc:spChg chg="del">
          <ac:chgData name="PRATHMESH THORWAT" userId="134767541025f78a" providerId="LiveId" clId="{3B887098-64F3-439B-BD94-C65A83900DE4}" dt="2026-08-27T15:44:17.456" v="309" actId="478"/>
          <ac:spMkLst>
            <pc:docMk/>
            <pc:sldMk cId="2597412052" sldId="347"/>
            <ac:spMk id="4" creationId="{1D2803E7-333D-0D40-5609-DE7890E0C3F3}"/>
          </ac:spMkLst>
        </pc:spChg>
        <pc:spChg chg="add">
          <ac:chgData name="PRATHMESH THORWAT" userId="134767541025f78a" providerId="LiveId" clId="{3B887098-64F3-439B-BD94-C65A83900DE4}" dt="2026-08-27T15:45:00.807" v="311" actId="26606"/>
          <ac:spMkLst>
            <pc:docMk/>
            <pc:sldMk cId="2597412052" sldId="347"/>
            <ac:spMk id="23" creationId="{21029ED5-F105-4DD2-99C8-1E4422817978}"/>
          </ac:spMkLst>
        </pc:spChg>
        <pc:spChg chg="add">
          <ac:chgData name="PRATHMESH THORWAT" userId="134767541025f78a" providerId="LiveId" clId="{3B887098-64F3-439B-BD94-C65A83900DE4}" dt="2026-08-27T15:45:00.807" v="311" actId="26606"/>
          <ac:spMkLst>
            <pc:docMk/>
            <pc:sldMk cId="2597412052" sldId="347"/>
            <ac:spMk id="36" creationId="{5C9652B3-A450-4ED6-8FBF-F536BA60B4D8}"/>
          </ac:spMkLst>
        </pc:spChg>
        <pc:grpChg chg="add">
          <ac:chgData name="PRATHMESH THORWAT" userId="134767541025f78a" providerId="LiveId" clId="{3B887098-64F3-439B-BD94-C65A83900DE4}" dt="2026-08-27T15:45:00.807" v="311" actId="26606"/>
          <ac:grpSpMkLst>
            <pc:docMk/>
            <pc:sldMk cId="2597412052" sldId="347"/>
            <ac:grpSpMk id="11" creationId="{DDE8DE2B-61C1-46D5-BEB8-521321C182C4}"/>
          </ac:grpSpMkLst>
        </pc:grpChg>
        <pc:grpChg chg="add">
          <ac:chgData name="PRATHMESH THORWAT" userId="134767541025f78a" providerId="LiveId" clId="{3B887098-64F3-439B-BD94-C65A83900DE4}" dt="2026-08-27T15:45:00.807" v="311" actId="26606"/>
          <ac:grpSpMkLst>
            <pc:docMk/>
            <pc:sldMk cId="2597412052" sldId="347"/>
            <ac:grpSpMk id="25" creationId="{2D621E68-BF28-4A1C-B1A2-4E55E139E79A}"/>
          </ac:grpSpMkLst>
        </pc:grpChg>
        <pc:picChg chg="add mod">
          <ac:chgData name="PRATHMESH THORWAT" userId="134767541025f78a" providerId="LiveId" clId="{3B887098-64F3-439B-BD94-C65A83900DE4}" dt="2026-08-27T15:45:00.807" v="311" actId="26606"/>
          <ac:picMkLst>
            <pc:docMk/>
            <pc:sldMk cId="2597412052" sldId="347"/>
            <ac:picMk id="6" creationId="{86356D48-F7D5-AD1F-B35C-06003994F78C}"/>
          </ac:picMkLst>
        </pc:picChg>
      </pc:sldChg>
      <pc:sldChg chg="addSp delSp modSp new mod">
        <pc:chgData name="PRATHMESH THORWAT" userId="134767541025f78a" providerId="LiveId" clId="{3B887098-64F3-439B-BD94-C65A83900DE4}" dt="2026-08-27T15:54:12.752" v="335" actId="20577"/>
        <pc:sldMkLst>
          <pc:docMk/>
          <pc:sldMk cId="525040590" sldId="348"/>
        </pc:sldMkLst>
        <pc:spChg chg="del">
          <ac:chgData name="PRATHMESH THORWAT" userId="134767541025f78a" providerId="LiveId" clId="{3B887098-64F3-439B-BD94-C65A83900DE4}" dt="2026-08-27T15:52:48.348" v="321" actId="478"/>
          <ac:spMkLst>
            <pc:docMk/>
            <pc:sldMk cId="525040590" sldId="348"/>
            <ac:spMk id="2" creationId="{3BA6FC1C-3137-D071-A323-ACDFDA79820C}"/>
          </ac:spMkLst>
        </pc:spChg>
        <pc:spChg chg="del">
          <ac:chgData name="PRATHMESH THORWAT" userId="134767541025f78a" providerId="LiveId" clId="{3B887098-64F3-439B-BD94-C65A83900DE4}" dt="2026-08-27T15:52:48.348" v="321" actId="478"/>
          <ac:spMkLst>
            <pc:docMk/>
            <pc:sldMk cId="525040590" sldId="348"/>
            <ac:spMk id="3" creationId="{5BD8C712-BD35-56FD-F822-E284E83F4DAC}"/>
          </ac:spMkLst>
        </pc:spChg>
        <pc:spChg chg="del">
          <ac:chgData name="PRATHMESH THORWAT" userId="134767541025f78a" providerId="LiveId" clId="{3B887098-64F3-439B-BD94-C65A83900DE4}" dt="2026-08-27T15:52:48.348" v="321" actId="478"/>
          <ac:spMkLst>
            <pc:docMk/>
            <pc:sldMk cId="525040590" sldId="348"/>
            <ac:spMk id="4" creationId="{D884F5F9-679F-AA5C-1136-758A2898F660}"/>
          </ac:spMkLst>
        </pc:spChg>
        <pc:spChg chg="add mod">
          <ac:chgData name="PRATHMESH THORWAT" userId="134767541025f78a" providerId="LiveId" clId="{3B887098-64F3-439B-BD94-C65A83900DE4}" dt="2026-08-27T15:54:12.752" v="335" actId="20577"/>
          <ac:spMkLst>
            <pc:docMk/>
            <pc:sldMk cId="525040590" sldId="348"/>
            <ac:spMk id="5" creationId="{3B223840-9DA1-0F19-5FCF-A4C4D5B0D39D}"/>
          </ac:spMkLst>
        </pc:spChg>
      </pc:sldChg>
      <pc:sldChg chg="delSp new del mod">
        <pc:chgData name="PRATHMESH THORWAT" userId="134767541025f78a" providerId="LiveId" clId="{3B887098-64F3-439B-BD94-C65A83900DE4}" dt="2026-08-27T15:46:21.676" v="319" actId="47"/>
        <pc:sldMkLst>
          <pc:docMk/>
          <pc:sldMk cId="3301716361" sldId="348"/>
        </pc:sldMkLst>
        <pc:spChg chg="del">
          <ac:chgData name="PRATHMESH THORWAT" userId="134767541025f78a" providerId="LiveId" clId="{3B887098-64F3-439B-BD94-C65A83900DE4}" dt="2026-08-27T15:46:10.486" v="318" actId="478"/>
          <ac:spMkLst>
            <pc:docMk/>
            <pc:sldMk cId="3301716361" sldId="348"/>
            <ac:spMk id="2" creationId="{AFF276A2-BDF9-7DC8-623A-2061588DD8B8}"/>
          </ac:spMkLst>
        </pc:spChg>
        <pc:spChg chg="del">
          <ac:chgData name="PRATHMESH THORWAT" userId="134767541025f78a" providerId="LiveId" clId="{3B887098-64F3-439B-BD94-C65A83900DE4}" dt="2026-08-27T15:46:10.486" v="318" actId="478"/>
          <ac:spMkLst>
            <pc:docMk/>
            <pc:sldMk cId="3301716361" sldId="348"/>
            <ac:spMk id="3" creationId="{023B600A-6984-B493-4DEB-259F901BEF7A}"/>
          </ac:spMkLst>
        </pc:spChg>
        <pc:spChg chg="del">
          <ac:chgData name="PRATHMESH THORWAT" userId="134767541025f78a" providerId="LiveId" clId="{3B887098-64F3-439B-BD94-C65A83900DE4}" dt="2026-08-27T15:46:10.486" v="318" actId="478"/>
          <ac:spMkLst>
            <pc:docMk/>
            <pc:sldMk cId="3301716361" sldId="348"/>
            <ac:spMk id="4" creationId="{327008FB-98F9-C0A1-3A2F-8DF8A6B7B6D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8/27/2026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8/27/2026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8/27/2026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8/27/2026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423920" y="4563648"/>
            <a:ext cx="7752081" cy="861497"/>
          </a:xfrm>
        </p:spPr>
        <p:txBody>
          <a:bodyPr>
            <a:noAutofit/>
          </a:bodyPr>
          <a:lstStyle/>
          <a:p>
            <a:pPr algn="r"/>
            <a:r>
              <a:rPr lang="en-US" sz="2800" b="0" dirty="0">
                <a:solidFill>
                  <a:schemeClr val="tx1"/>
                </a:solidFill>
              </a:rPr>
              <a:t>[STU6a07fdf0488dd1778908656 ]</a:t>
            </a:r>
            <a:endParaRPr lang="en-IN" sz="28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899920" y="2905171"/>
            <a:ext cx="10546081" cy="2700457"/>
          </a:xfrm>
        </p:spPr>
        <p:txBody>
          <a:bodyPr>
            <a:noAutofit/>
          </a:bodyPr>
          <a:lstStyle/>
          <a:p>
            <a:pPr>
              <a:defRPr sz="4800" b="1">
                <a:solidFill>
                  <a:srgbClr val="FFFFFF"/>
                </a:solidFill>
                <a:latin typeface="Calibri"/>
              </a:defRPr>
            </a:pPr>
            <a:r>
              <a:rPr lang="en-GB" sz="4000" dirty="0">
                <a:solidFill>
                  <a:schemeClr val="bg2">
                    <a:lumMod val="10000"/>
                  </a:schemeClr>
                </a:solidFill>
              </a:rPr>
              <a:t>Project Title - </a:t>
            </a:r>
            <a:r>
              <a:rPr lang="en-US" sz="4000" dirty="0">
                <a:solidFill>
                  <a:schemeClr val="bg2">
                    <a:lumMod val="10000"/>
                  </a:schemeClr>
                </a:solidFill>
              </a:rPr>
              <a:t>Car Market Trends Analysis</a:t>
            </a:r>
            <a:br>
              <a:rPr lang="en-US" sz="4000" dirty="0">
                <a:solidFill>
                  <a:schemeClr val="bg2">
                    <a:lumMod val="10000"/>
                  </a:schemeClr>
                </a:solidFill>
              </a:rPr>
            </a:br>
            <a:r>
              <a:rPr lang="en-US" sz="4000" dirty="0">
                <a:solidFill>
                  <a:schemeClr val="bg2">
                    <a:lumMod val="10000"/>
                  </a:schemeClr>
                </a:solidFill>
              </a:rPr>
              <a:t>with Car Dekho Data</a:t>
            </a:r>
            <a:br>
              <a:rPr lang="en-US" sz="4000" dirty="0">
                <a:solidFill>
                  <a:schemeClr val="bg2">
                    <a:lumMod val="10000"/>
                  </a:schemeClr>
                </a:solidFill>
              </a:rPr>
            </a:br>
            <a:endParaRPr lang="en-IN" sz="4000" dirty="0">
              <a:solidFill>
                <a:schemeClr val="bg2">
                  <a:lumMod val="10000"/>
                </a:schemeClr>
              </a:solidFill>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01636" y="2053357"/>
            <a:ext cx="7695883" cy="4515083"/>
          </a:xfrm>
        </p:spPr>
        <p:txBody>
          <a:bodyPr>
            <a:normAutofit fontScale="62500" lnSpcReduction="20000"/>
          </a:bodyPr>
          <a:lstStyle/>
          <a:p>
            <a:pPr>
              <a:lnSpc>
                <a:spcPct val="150000"/>
              </a:lnSpc>
            </a:pPr>
            <a:r>
              <a:rPr lang="en-US" sz="3800" b="1" dirty="0">
                <a:solidFill>
                  <a:schemeClr val="bg2">
                    <a:lumMod val="10000"/>
                  </a:schemeClr>
                </a:solidFill>
              </a:rPr>
              <a:t>Car Market Trends Analysis with Car Dekho Data</a:t>
            </a:r>
            <a:endParaRPr lang="en-US" sz="3800" b="1" dirty="0"/>
          </a:p>
          <a:p>
            <a:pPr>
              <a:lnSpc>
                <a:spcPct val="150000"/>
              </a:lnSpc>
            </a:pPr>
            <a:endParaRPr lang="en-US" sz="2800" dirty="0"/>
          </a:p>
          <a:p>
            <a:pPr>
              <a:lnSpc>
                <a:spcPct val="150000"/>
              </a:lnSpc>
            </a:pPr>
            <a:r>
              <a:rPr lang="en-US" sz="2800" dirty="0"/>
              <a:t>The used car market in India is highly fragmented and lacks transparency in pricing. Buyers and sellers struggle to determine fair market value due to inconsistent pricing, varying depreciation rates, and lack of data-driven insights.</a:t>
            </a:r>
            <a:br>
              <a:rPr lang="en-US" sz="2800" dirty="0"/>
            </a:br>
            <a:br>
              <a:rPr lang="en-US" sz="2800" dirty="0"/>
            </a:br>
            <a:r>
              <a:rPr lang="en-US" sz="2800" dirty="0"/>
              <a:t>This project analyzes the Car Dekho dataset (301 records, 2003-2018) to identify key market trends, depreciation patterns, and factors affecting used car prices.</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A5EDC3F5-FF65-A587-6A87-3E1F41540265}"/>
              </a:ext>
            </a:extLst>
          </p:cNvPr>
          <p:cNvSpPr txBox="1"/>
          <p:nvPr/>
        </p:nvSpPr>
        <p:spPr>
          <a:xfrm>
            <a:off x="660399" y="2194073"/>
            <a:ext cx="6380480" cy="4801314"/>
          </a:xfrm>
          <a:prstGeom prst="rect">
            <a:avLst/>
          </a:prstGeom>
          <a:noFill/>
        </p:spPr>
        <p:txBody>
          <a:bodyPr wrap="square" rtlCol="0">
            <a:spAutoFit/>
          </a:bodyPr>
          <a:lstStyle/>
          <a:p>
            <a:r>
              <a:rPr lang="en-US" dirty="0"/>
              <a:t>This project performs comprehensive Exploratory Data Analysis (EDA) on 301 used car records from the Car Dekho dataset spanning years 2003 to 2018.</a:t>
            </a:r>
            <a:br>
              <a:rPr lang="en-US" dirty="0"/>
            </a:br>
            <a:br>
              <a:rPr lang="en-US" dirty="0"/>
            </a:br>
            <a:r>
              <a:rPr lang="en-US" dirty="0"/>
              <a:t>Key analyses include:</a:t>
            </a:r>
            <a:br>
              <a:rPr lang="en-US" dirty="0"/>
            </a:br>
            <a:r>
              <a:rPr lang="en-US" dirty="0"/>
              <a:t>• Price distribution across different car models and brands</a:t>
            </a:r>
            <a:br>
              <a:rPr lang="en-US" dirty="0"/>
            </a:br>
            <a:r>
              <a:rPr lang="en-US" dirty="0"/>
              <a:t>• Impact of fuel type, transmission, and seller type on pricing</a:t>
            </a:r>
            <a:br>
              <a:rPr lang="en-US" dirty="0"/>
            </a:br>
            <a:r>
              <a:rPr lang="en-US" dirty="0"/>
              <a:t>• Depreciation trends and correlation with vehicle age &amp; mileage</a:t>
            </a:r>
            <a:br>
              <a:rPr lang="en-US" dirty="0"/>
            </a:br>
            <a:r>
              <a:rPr lang="en-US" dirty="0"/>
              <a:t>• Year-wise market price trends and value retention patterns</a:t>
            </a:r>
            <a:br>
              <a:rPr lang="en-US" dirty="0"/>
            </a:br>
            <a:r>
              <a:rPr lang="en-US" dirty="0"/>
              <a:t>• Identification of high-value retention models</a:t>
            </a:r>
            <a:br>
              <a:rPr lang="en-US" dirty="0"/>
            </a:br>
            <a:br>
              <a:rPr lang="en-US" dirty="0"/>
            </a:br>
            <a:r>
              <a:rPr lang="en-US" dirty="0"/>
              <a:t>The analysis provides actionable insights for buyers, sellers, and dealers.</a:t>
            </a:r>
          </a:p>
          <a:p>
            <a:endParaRPr lang="en-US"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316480"/>
            <a:ext cx="9255761" cy="3990023"/>
          </a:xfrm>
        </p:spPr>
        <p:txBody>
          <a:bodyPr>
            <a:normAutofit/>
          </a:bodyPr>
          <a:lstStyle/>
          <a:p>
            <a:pPr algn="just">
              <a:lnSpc>
                <a:spcPct val="150000"/>
              </a:lnSpc>
            </a:pPr>
            <a:r>
              <a:rPr lang="en-US" sz="1800" dirty="0"/>
              <a:t>• Car Buyers — To understand fair pricing and identify best value-for-money deals</a:t>
            </a:r>
          </a:p>
          <a:p>
            <a:pPr algn="just">
              <a:lnSpc>
                <a:spcPct val="150000"/>
              </a:lnSpc>
            </a:pPr>
            <a:r>
              <a:rPr lang="en-US" sz="1800" dirty="0"/>
              <a:t>• Car Sellers — To set competitive selling prices based on market trends</a:t>
            </a:r>
          </a:p>
          <a:p>
            <a:pPr algn="just">
              <a:lnSpc>
                <a:spcPct val="150000"/>
              </a:lnSpc>
            </a:pPr>
            <a:r>
              <a:rPr lang="en-US" sz="1800" dirty="0"/>
              <a:t>• Dealerships — To optimize inventory and pricing strategies</a:t>
            </a:r>
          </a:p>
          <a:p>
            <a:pPr algn="just">
              <a:lnSpc>
                <a:spcPct val="150000"/>
              </a:lnSpc>
            </a:pPr>
            <a:r>
              <a:rPr lang="en-US" sz="1800" dirty="0"/>
              <a:t>• Financial Institutions — For accurate loan valuation of used vehicles</a:t>
            </a:r>
          </a:p>
          <a:p>
            <a:pPr algn="just">
              <a:lnSpc>
                <a:spcPct val="150000"/>
              </a:lnSpc>
            </a:pPr>
            <a:r>
              <a:rPr lang="en-US" sz="1800" dirty="0"/>
              <a:t>• Insurance Companies — To determine appropriate premium calculations</a:t>
            </a:r>
          </a:p>
          <a:p>
            <a:pPr algn="just">
              <a:lnSpc>
                <a:spcPct val="150000"/>
              </a:lnSpc>
            </a:pPr>
            <a:r>
              <a:rPr lang="en-US" sz="1800" dirty="0"/>
              <a:t>• Market Analysts — To study automotive industry depreciation patterns</a:t>
            </a: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40858" y="1315059"/>
            <a:ext cx="9027702" cy="5243448"/>
          </a:xfrm>
        </p:spPr>
        <p:txBody>
          <a:bodyPr>
            <a:normAutofit/>
          </a:bodyPr>
          <a:lstStyle/>
          <a:p>
            <a:pPr lvl="1">
              <a:lnSpc>
                <a:spcPct val="150000"/>
              </a:lnSpc>
            </a:pPr>
            <a:r>
              <a:rPr lang="en-US" dirty="0"/>
              <a:t>• Python — Primary programming language</a:t>
            </a:r>
            <a:br>
              <a:rPr lang="en-US" dirty="0"/>
            </a:br>
            <a:br>
              <a:rPr lang="en-US" dirty="0"/>
            </a:br>
            <a:r>
              <a:rPr lang="en-US" dirty="0"/>
              <a:t>• Pandas — Data manipulation and analysis</a:t>
            </a:r>
            <a:br>
              <a:rPr lang="en-US" dirty="0"/>
            </a:br>
            <a:br>
              <a:rPr lang="en-US" dirty="0"/>
            </a:br>
            <a:r>
              <a:rPr lang="en-US" dirty="0"/>
              <a:t>• NumPy — Numerical computations</a:t>
            </a:r>
            <a:br>
              <a:rPr lang="en-US" dirty="0"/>
            </a:br>
            <a:br>
              <a:rPr lang="en-US" dirty="0"/>
            </a:br>
            <a:r>
              <a:rPr lang="en-US" dirty="0"/>
              <a:t>• Matplotlib — Data visualization and charting</a:t>
            </a:r>
            <a:br>
              <a:rPr lang="en-US" dirty="0"/>
            </a:br>
            <a:br>
              <a:rPr lang="en-US" dirty="0"/>
            </a:br>
            <a:r>
              <a:rPr lang="en-US" dirty="0"/>
              <a:t>• Seaborn — Statistical data visualization</a:t>
            </a:r>
            <a:br>
              <a:rPr lang="en-US" dirty="0"/>
            </a:br>
            <a:br>
              <a:rPr lang="en-US" dirty="0"/>
            </a:br>
            <a:r>
              <a:rPr lang="en-US" dirty="0"/>
              <a:t>• Jupyter Notebook — Interactive development environment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2"/>
            <a:ext cx="8611156" cy="4572867"/>
          </a:xfrm>
        </p:spPr>
        <p:txBody>
          <a:bodyPr>
            <a:normAutofit/>
          </a:bodyPr>
          <a:lstStyle/>
          <a:p>
            <a:pPr marL="0" indent="0">
              <a:buNone/>
            </a:pPr>
            <a:r>
              <a:rPr lang="en-US" dirty="0"/>
              <a:t>Dataset Overview:</a:t>
            </a:r>
            <a:br>
              <a:rPr lang="en-US" dirty="0"/>
            </a:br>
            <a:br>
              <a:rPr lang="en-US" dirty="0"/>
            </a:br>
            <a:r>
              <a:rPr lang="en-US" dirty="0"/>
              <a:t>• Total Records: 301 used cars</a:t>
            </a:r>
            <a:br>
              <a:rPr lang="en-US" dirty="0"/>
            </a:br>
            <a:r>
              <a:rPr lang="en-US" dirty="0"/>
              <a:t>• Year Range: 2003 – 2018</a:t>
            </a:r>
            <a:br>
              <a:rPr lang="en-US" dirty="0"/>
            </a:br>
            <a:r>
              <a:rPr lang="en-US" dirty="0"/>
              <a:t>• Average Selling Price: ₹4.66 Lakhs</a:t>
            </a:r>
            <a:br>
              <a:rPr lang="en-US" dirty="0"/>
            </a:br>
            <a:r>
              <a:rPr lang="en-US" dirty="0"/>
              <a:t>• Average Present Price: ₹7.63 Lakhs</a:t>
            </a:r>
            <a:br>
              <a:rPr lang="en-US" dirty="0"/>
            </a:br>
            <a:r>
              <a:rPr lang="en-US" dirty="0"/>
              <a:t>• Average Depreciation: 36.6%</a:t>
            </a:r>
            <a:br>
              <a:rPr lang="en-US" dirty="0"/>
            </a:br>
            <a:r>
              <a:rPr lang="en-US" dirty="0"/>
              <a:t>• Average Kms Driven: 36,947 km</a:t>
            </a:r>
            <a:br>
              <a:rPr lang="en-US" dirty="0"/>
            </a:br>
            <a:br>
              <a:rPr lang="en-US" dirty="0"/>
            </a:br>
            <a:r>
              <a:rPr lang="en-US" dirty="0"/>
              <a:t>Fuel Split: 79.4% Petrol | 19.9% Diesel | 0.7% CNG</a:t>
            </a:r>
            <a:br>
              <a:rPr lang="en-US" dirty="0"/>
            </a:br>
            <a:r>
              <a:rPr lang="en-US" dirty="0"/>
              <a:t>Transmission: 86.7% Manual | 13.3% Automatic</a:t>
            </a:r>
            <a:br>
              <a:rPr lang="en-US" dirty="0"/>
            </a:br>
            <a:r>
              <a:rPr lang="en-US" dirty="0"/>
              <a:t>Seller Type: 64.8% Dealer | 35.2% Individual</a:t>
            </a:r>
          </a:p>
          <a:p>
            <a:pPr marL="0" indent="0">
              <a:buNone/>
            </a:pP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a:extLst>
              <a:ext uri="{FF2B5EF4-FFF2-40B4-BE49-F238E27FC236}">
                <a16:creationId xmlns:a16="http://schemas.microsoft.com/office/drawing/2014/main" id="{3D2383A8-B01C-E57A-8CBA-CAF5EB30B74C}"/>
              </a:ext>
            </a:extLst>
          </p:cNvPr>
          <p:cNvSpPr txBox="1"/>
          <p:nvPr/>
        </p:nvSpPr>
        <p:spPr>
          <a:xfrm>
            <a:off x="400858" y="45720"/>
            <a:ext cx="10185862"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3200" b="1">
                <a:solidFill>
                  <a:srgbClr val="FFFFFF"/>
                </a:solidFill>
                <a:latin typeface="Calibri"/>
              </a:defRPr>
            </a:pPr>
            <a:r>
              <a:rPr dirty="0">
                <a:solidFill>
                  <a:schemeClr val="bg2">
                    <a:lumMod val="10000"/>
                  </a:schemeClr>
                </a:solidFill>
              </a:rPr>
              <a:t>RESULTS — Fuel Type Distribution</a:t>
            </a:r>
          </a:p>
        </p:txBody>
      </p:sp>
      <p:pic>
        <p:nvPicPr>
          <p:cNvPr id="7" name="Picture 6">
            <a:extLst>
              <a:ext uri="{FF2B5EF4-FFF2-40B4-BE49-F238E27FC236}">
                <a16:creationId xmlns:a16="http://schemas.microsoft.com/office/drawing/2014/main" id="{EA529B2C-6A53-C290-0E40-9AB9876A76BC}"/>
              </a:ext>
            </a:extLst>
          </p:cNvPr>
          <p:cNvPicPr>
            <a:picLocks noChangeAspect="1"/>
          </p:cNvPicPr>
          <p:nvPr/>
        </p:nvPicPr>
        <p:blipFill>
          <a:blip r:embed="rId2"/>
          <a:stretch>
            <a:fillRect/>
          </a:stretch>
        </p:blipFill>
        <p:spPr>
          <a:xfrm>
            <a:off x="400858" y="1087120"/>
            <a:ext cx="5288742" cy="5191760"/>
          </a:xfrm>
          <a:prstGeom prst="rect">
            <a:avLst/>
          </a:prstGeom>
        </p:spPr>
      </p:pic>
      <p:sp>
        <p:nvSpPr>
          <p:cNvPr id="8" name="TextBox 4">
            <a:extLst>
              <a:ext uri="{FF2B5EF4-FFF2-40B4-BE49-F238E27FC236}">
                <a16:creationId xmlns:a16="http://schemas.microsoft.com/office/drawing/2014/main" id="{5AB3C8ED-D0BB-BABB-9207-33E132AC2989}"/>
              </a:ext>
            </a:extLst>
          </p:cNvPr>
          <p:cNvSpPr txBox="1"/>
          <p:nvPr/>
        </p:nvSpPr>
        <p:spPr>
          <a:xfrm>
            <a:off x="5984240" y="2169160"/>
            <a:ext cx="4754880" cy="192360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700" b="0">
                <a:solidFill>
                  <a:srgbClr val="FFFFFF"/>
                </a:solidFill>
                <a:latin typeface="Calibri"/>
              </a:defRPr>
            </a:pPr>
            <a:r>
              <a:rPr dirty="0">
                <a:solidFill>
                  <a:schemeClr val="bg2">
                    <a:lumMod val="10000"/>
                  </a:schemeClr>
                </a:solidFill>
              </a:rPr>
              <a:t>Key Findings:</a:t>
            </a:r>
            <a:br>
              <a:rPr dirty="0">
                <a:solidFill>
                  <a:schemeClr val="bg2">
                    <a:lumMod val="10000"/>
                  </a:schemeClr>
                </a:solidFill>
              </a:rPr>
            </a:br>
            <a:br>
              <a:rPr dirty="0">
                <a:solidFill>
                  <a:schemeClr val="bg2">
                    <a:lumMod val="10000"/>
                  </a:schemeClr>
                </a:solidFill>
              </a:rPr>
            </a:br>
            <a:r>
              <a:rPr dirty="0">
                <a:solidFill>
                  <a:schemeClr val="bg2">
                    <a:lumMod val="10000"/>
                  </a:schemeClr>
                </a:solidFill>
              </a:rPr>
              <a:t>• Petrol dominates with 79.4% of listings</a:t>
            </a:r>
            <a:br>
              <a:rPr dirty="0">
                <a:solidFill>
                  <a:schemeClr val="bg2">
                    <a:lumMod val="10000"/>
                  </a:schemeClr>
                </a:solidFill>
              </a:rPr>
            </a:br>
            <a:r>
              <a:rPr dirty="0">
                <a:solidFill>
                  <a:schemeClr val="bg2">
                    <a:lumMod val="10000"/>
                  </a:schemeClr>
                </a:solidFill>
              </a:rPr>
              <a:t>• Diesel cars hold 19.9% market share</a:t>
            </a:r>
            <a:br>
              <a:rPr dirty="0">
                <a:solidFill>
                  <a:schemeClr val="bg2">
                    <a:lumMod val="10000"/>
                  </a:schemeClr>
                </a:solidFill>
              </a:rPr>
            </a:br>
            <a:r>
              <a:rPr dirty="0">
                <a:solidFill>
                  <a:schemeClr val="bg2">
                    <a:lumMod val="10000"/>
                  </a:schemeClr>
                </a:solidFill>
              </a:rPr>
              <a:t>• CNG vehicles are rare (0.7%)</a:t>
            </a:r>
            <a:br>
              <a:rPr dirty="0">
                <a:solidFill>
                  <a:schemeClr val="bg2">
                    <a:lumMod val="10000"/>
                  </a:schemeClr>
                </a:solidFill>
              </a:rPr>
            </a:br>
            <a:r>
              <a:rPr dirty="0">
                <a:solidFill>
                  <a:schemeClr val="bg2">
                    <a:lumMod val="10000"/>
                  </a:schemeClr>
                </a:solidFill>
              </a:rPr>
              <a:t>• Diesel shows lowest depreciation (32%)</a:t>
            </a:r>
            <a:br>
              <a:rPr dirty="0">
                <a:solidFill>
                  <a:schemeClr val="bg2">
                    <a:lumMod val="10000"/>
                  </a:schemeClr>
                </a:solidFill>
              </a:rPr>
            </a:br>
            <a:r>
              <a:rPr dirty="0">
                <a:solidFill>
                  <a:schemeClr val="bg2">
                    <a:lumMod val="10000"/>
                  </a:schemeClr>
                </a:solidFill>
              </a:rPr>
              <a:t>• Petrol depreciates at 37.6% on average</a:t>
            </a:r>
          </a:p>
        </p:txBody>
      </p:sp>
    </p:spTree>
    <p:extLst>
      <p:ext uri="{BB962C8B-B14F-4D97-AF65-F5344CB8AC3E}">
        <p14:creationId xmlns:p14="http://schemas.microsoft.com/office/powerpoint/2010/main" val="140735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a:extLst>
              <a:ext uri="{FF2B5EF4-FFF2-40B4-BE49-F238E27FC236}">
                <a16:creationId xmlns:a16="http://schemas.microsoft.com/office/drawing/2014/main" id="{5B66DAA6-1933-C68C-769B-AF6A0564A74F}"/>
              </a:ext>
            </a:extLst>
          </p:cNvPr>
          <p:cNvSpPr txBox="1"/>
          <p:nvPr/>
        </p:nvSpPr>
        <p:spPr>
          <a:xfrm>
            <a:off x="355601" y="487680"/>
            <a:ext cx="10790224"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3200" b="1">
                <a:solidFill>
                  <a:srgbClr val="FFFFFF"/>
                </a:solidFill>
                <a:latin typeface="Calibri"/>
              </a:defRPr>
            </a:pPr>
            <a:r>
              <a:rPr dirty="0">
                <a:solidFill>
                  <a:schemeClr val="bg2">
                    <a:lumMod val="10000"/>
                  </a:schemeClr>
                </a:solidFill>
              </a:rPr>
              <a:t>RESULTS — Selling vs Present Price</a:t>
            </a:r>
          </a:p>
        </p:txBody>
      </p:sp>
      <p:pic>
        <p:nvPicPr>
          <p:cNvPr id="7" name="Picture 6">
            <a:extLst>
              <a:ext uri="{FF2B5EF4-FFF2-40B4-BE49-F238E27FC236}">
                <a16:creationId xmlns:a16="http://schemas.microsoft.com/office/drawing/2014/main" id="{88E4D8B0-FFC8-A700-BE17-8A306AADC3D8}"/>
              </a:ext>
            </a:extLst>
          </p:cNvPr>
          <p:cNvPicPr>
            <a:picLocks noChangeAspect="1"/>
          </p:cNvPicPr>
          <p:nvPr/>
        </p:nvPicPr>
        <p:blipFill>
          <a:blip r:embed="rId2"/>
          <a:stretch>
            <a:fillRect/>
          </a:stretch>
        </p:blipFill>
        <p:spPr>
          <a:xfrm>
            <a:off x="467361" y="1916987"/>
            <a:ext cx="5395112" cy="3711653"/>
          </a:xfrm>
          <a:prstGeom prst="rect">
            <a:avLst/>
          </a:prstGeom>
        </p:spPr>
      </p:pic>
      <p:sp>
        <p:nvSpPr>
          <p:cNvPr id="8" name="TextBox 4">
            <a:extLst>
              <a:ext uri="{FF2B5EF4-FFF2-40B4-BE49-F238E27FC236}">
                <a16:creationId xmlns:a16="http://schemas.microsoft.com/office/drawing/2014/main" id="{23E740D4-F17C-D37B-5895-A8455D4D92C2}"/>
              </a:ext>
            </a:extLst>
          </p:cNvPr>
          <p:cNvSpPr txBox="1"/>
          <p:nvPr/>
        </p:nvSpPr>
        <p:spPr>
          <a:xfrm>
            <a:off x="6667665" y="2580640"/>
            <a:ext cx="4945519" cy="192360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700" b="0">
                <a:solidFill>
                  <a:srgbClr val="FFFFFF"/>
                </a:solidFill>
                <a:latin typeface="Calibri"/>
              </a:defRPr>
            </a:pPr>
            <a:r>
              <a:rPr dirty="0">
                <a:solidFill>
                  <a:schemeClr val="bg2">
                    <a:lumMod val="10000"/>
                  </a:schemeClr>
                </a:solidFill>
              </a:rPr>
              <a:t>Key Findings:</a:t>
            </a:r>
            <a:br>
              <a:rPr dirty="0">
                <a:solidFill>
                  <a:schemeClr val="bg2">
                    <a:lumMod val="10000"/>
                  </a:schemeClr>
                </a:solidFill>
              </a:rPr>
            </a:br>
            <a:br>
              <a:rPr dirty="0">
                <a:solidFill>
                  <a:schemeClr val="bg2">
                    <a:lumMod val="10000"/>
                  </a:schemeClr>
                </a:solidFill>
              </a:rPr>
            </a:br>
            <a:r>
              <a:rPr dirty="0">
                <a:solidFill>
                  <a:schemeClr val="bg2">
                    <a:lumMod val="10000"/>
                  </a:schemeClr>
                </a:solidFill>
              </a:rPr>
              <a:t>• Strong correlation (0.88) between prices</a:t>
            </a:r>
            <a:br>
              <a:rPr dirty="0">
                <a:solidFill>
                  <a:schemeClr val="bg2">
                    <a:lumMod val="10000"/>
                  </a:schemeClr>
                </a:solidFill>
              </a:rPr>
            </a:br>
            <a:r>
              <a:rPr dirty="0">
                <a:solidFill>
                  <a:schemeClr val="bg2">
                    <a:lumMod val="10000"/>
                  </a:schemeClr>
                </a:solidFill>
              </a:rPr>
              <a:t>• Newer cars near no-depreciation line</a:t>
            </a:r>
            <a:br>
              <a:rPr dirty="0">
                <a:solidFill>
                  <a:schemeClr val="bg2">
                    <a:lumMod val="10000"/>
                  </a:schemeClr>
                </a:solidFill>
              </a:rPr>
            </a:br>
            <a:r>
              <a:rPr dirty="0">
                <a:solidFill>
                  <a:schemeClr val="bg2">
                    <a:lumMod val="10000"/>
                  </a:schemeClr>
                </a:solidFill>
              </a:rPr>
              <a:t>• Older cars show significant value drop</a:t>
            </a:r>
            <a:br>
              <a:rPr dirty="0">
                <a:solidFill>
                  <a:schemeClr val="bg2">
                    <a:lumMod val="10000"/>
                  </a:schemeClr>
                </a:solidFill>
              </a:rPr>
            </a:br>
            <a:r>
              <a:rPr dirty="0">
                <a:solidFill>
                  <a:schemeClr val="bg2">
                    <a:lumMod val="10000"/>
                  </a:schemeClr>
                </a:solidFill>
              </a:rPr>
              <a:t>• Average depreciation: 36.6%</a:t>
            </a:r>
            <a:br>
              <a:rPr dirty="0">
                <a:solidFill>
                  <a:schemeClr val="bg2">
                    <a:lumMod val="10000"/>
                  </a:schemeClr>
                </a:solidFill>
              </a:rPr>
            </a:br>
            <a:r>
              <a:rPr dirty="0">
                <a:solidFill>
                  <a:schemeClr val="bg2">
                    <a:lumMod val="10000"/>
                  </a:schemeClr>
                </a:solidFill>
              </a:rPr>
              <a:t>• Color shows newer = higher prices</a:t>
            </a:r>
          </a:p>
        </p:txBody>
      </p:sp>
    </p:spTree>
    <p:extLst>
      <p:ext uri="{BB962C8B-B14F-4D97-AF65-F5344CB8AC3E}">
        <p14:creationId xmlns:p14="http://schemas.microsoft.com/office/powerpoint/2010/main" val="2314016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a:extLst>
              <a:ext uri="{FF2B5EF4-FFF2-40B4-BE49-F238E27FC236}">
                <a16:creationId xmlns:a16="http://schemas.microsoft.com/office/drawing/2014/main" id="{3D00241B-F3A5-9F52-15BD-436E36D1DBD4}"/>
              </a:ext>
            </a:extLst>
          </p:cNvPr>
          <p:cNvSpPr txBox="1"/>
          <p:nvPr/>
        </p:nvSpPr>
        <p:spPr>
          <a:xfrm>
            <a:off x="457352" y="274320"/>
            <a:ext cx="10972800"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3200" b="1">
                <a:solidFill>
                  <a:srgbClr val="FFFFFF"/>
                </a:solidFill>
                <a:latin typeface="Calibri"/>
              </a:defRPr>
            </a:pPr>
            <a:r>
              <a:rPr dirty="0">
                <a:solidFill>
                  <a:schemeClr val="bg2">
                    <a:lumMod val="10000"/>
                  </a:schemeClr>
                </a:solidFill>
              </a:rPr>
              <a:t>RESULTS — Year-wise Price Trend</a:t>
            </a:r>
          </a:p>
        </p:txBody>
      </p:sp>
      <p:pic>
        <p:nvPicPr>
          <p:cNvPr id="7" name="Picture 6">
            <a:extLst>
              <a:ext uri="{FF2B5EF4-FFF2-40B4-BE49-F238E27FC236}">
                <a16:creationId xmlns:a16="http://schemas.microsoft.com/office/drawing/2014/main" id="{33E42397-628B-4BE2-6EB6-A393795FAC2E}"/>
              </a:ext>
            </a:extLst>
          </p:cNvPr>
          <p:cNvPicPr>
            <a:picLocks noChangeAspect="1"/>
          </p:cNvPicPr>
          <p:nvPr/>
        </p:nvPicPr>
        <p:blipFill>
          <a:blip r:embed="rId2"/>
          <a:stretch>
            <a:fillRect/>
          </a:stretch>
        </p:blipFill>
        <p:spPr>
          <a:xfrm>
            <a:off x="457352" y="1617784"/>
            <a:ext cx="5486400" cy="3622431"/>
          </a:xfrm>
          <a:prstGeom prst="rect">
            <a:avLst/>
          </a:prstGeom>
        </p:spPr>
      </p:pic>
      <p:sp>
        <p:nvSpPr>
          <p:cNvPr id="8" name="TextBox 4">
            <a:extLst>
              <a:ext uri="{FF2B5EF4-FFF2-40B4-BE49-F238E27FC236}">
                <a16:creationId xmlns:a16="http://schemas.microsoft.com/office/drawing/2014/main" id="{842F6D9B-04C7-81FB-F8AB-6E42F915B3E6}"/>
              </a:ext>
            </a:extLst>
          </p:cNvPr>
          <p:cNvSpPr txBox="1"/>
          <p:nvPr/>
        </p:nvSpPr>
        <p:spPr>
          <a:xfrm>
            <a:off x="6705448" y="2467197"/>
            <a:ext cx="5029200" cy="192360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700" b="0">
                <a:solidFill>
                  <a:srgbClr val="FFFFFF"/>
                </a:solidFill>
                <a:latin typeface="Calibri"/>
              </a:defRPr>
            </a:pPr>
            <a:r>
              <a:rPr dirty="0">
                <a:solidFill>
                  <a:schemeClr val="bg2">
                    <a:lumMod val="10000"/>
                  </a:schemeClr>
                </a:solidFill>
              </a:rPr>
              <a:t>Key Findings:</a:t>
            </a:r>
            <a:br>
              <a:rPr dirty="0">
                <a:solidFill>
                  <a:schemeClr val="bg2">
                    <a:lumMod val="10000"/>
                  </a:schemeClr>
                </a:solidFill>
              </a:rPr>
            </a:br>
            <a:br>
              <a:rPr dirty="0">
                <a:solidFill>
                  <a:schemeClr val="bg2">
                    <a:lumMod val="10000"/>
                  </a:schemeClr>
                </a:solidFill>
              </a:rPr>
            </a:br>
            <a:r>
              <a:rPr dirty="0">
                <a:solidFill>
                  <a:schemeClr val="bg2">
                    <a:lumMod val="10000"/>
                  </a:schemeClr>
                </a:solidFill>
              </a:rPr>
              <a:t>• 2018 models: highest avg price (~₹9.2L)</a:t>
            </a:r>
            <a:br>
              <a:rPr dirty="0">
                <a:solidFill>
                  <a:schemeClr val="bg2">
                    <a:lumMod val="10000"/>
                  </a:schemeClr>
                </a:solidFill>
              </a:rPr>
            </a:br>
            <a:r>
              <a:rPr dirty="0">
                <a:solidFill>
                  <a:schemeClr val="bg2">
                    <a:lumMod val="10000"/>
                  </a:schemeClr>
                </a:solidFill>
              </a:rPr>
              <a:t>• Significant dip in 2007 (~₹0.2L)</a:t>
            </a:r>
            <a:br>
              <a:rPr dirty="0">
                <a:solidFill>
                  <a:schemeClr val="bg2">
                    <a:lumMod val="10000"/>
                  </a:schemeClr>
                </a:solidFill>
              </a:rPr>
            </a:br>
            <a:r>
              <a:rPr dirty="0">
                <a:solidFill>
                  <a:schemeClr val="bg2">
                    <a:lumMod val="10000"/>
                  </a:schemeClr>
                </a:solidFill>
              </a:rPr>
              <a:t>• Steady upward trend from 2012</a:t>
            </a:r>
            <a:br>
              <a:rPr dirty="0">
                <a:solidFill>
                  <a:schemeClr val="bg2">
                    <a:lumMod val="10000"/>
                  </a:schemeClr>
                </a:solidFill>
              </a:rPr>
            </a:br>
            <a:r>
              <a:rPr dirty="0">
                <a:solidFill>
                  <a:schemeClr val="bg2">
                    <a:lumMod val="10000"/>
                  </a:schemeClr>
                </a:solidFill>
              </a:rPr>
              <a:t>• Price directly correlates with year</a:t>
            </a:r>
            <a:br>
              <a:rPr dirty="0">
                <a:solidFill>
                  <a:schemeClr val="bg2">
                    <a:lumMod val="10000"/>
                  </a:schemeClr>
                </a:solidFill>
              </a:rPr>
            </a:br>
            <a:r>
              <a:rPr dirty="0">
                <a:solidFill>
                  <a:schemeClr val="bg2">
                    <a:lumMod val="10000"/>
                  </a:schemeClr>
                </a:solidFill>
              </a:rPr>
              <a:t>• 2010 spike = premium model listings</a:t>
            </a:r>
          </a:p>
        </p:txBody>
      </p:sp>
    </p:spTree>
    <p:extLst>
      <p:ext uri="{BB962C8B-B14F-4D97-AF65-F5344CB8AC3E}">
        <p14:creationId xmlns:p14="http://schemas.microsoft.com/office/powerpoint/2010/main" val="166641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a:extLst>
              <a:ext uri="{FF2B5EF4-FFF2-40B4-BE49-F238E27FC236}">
                <a16:creationId xmlns:a16="http://schemas.microsoft.com/office/drawing/2014/main" id="{2767E68F-4570-EBE7-0AB3-B2F6D41CE950}"/>
              </a:ext>
            </a:extLst>
          </p:cNvPr>
          <p:cNvSpPr txBox="1"/>
          <p:nvPr/>
        </p:nvSpPr>
        <p:spPr>
          <a:xfrm>
            <a:off x="457352" y="274320"/>
            <a:ext cx="10972800"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3200" b="1">
                <a:solidFill>
                  <a:srgbClr val="FFFFFF"/>
                </a:solidFill>
                <a:latin typeface="Calibri"/>
              </a:defRPr>
            </a:pPr>
            <a:r>
              <a:rPr dirty="0">
                <a:solidFill>
                  <a:schemeClr val="bg2">
                    <a:lumMod val="10000"/>
                  </a:schemeClr>
                </a:solidFill>
              </a:rPr>
              <a:t>RESULTS — Top Models by Selling </a:t>
            </a:r>
            <a:r>
              <a:rPr dirty="0"/>
              <a:t>Price</a:t>
            </a:r>
          </a:p>
        </p:txBody>
      </p:sp>
      <p:pic>
        <p:nvPicPr>
          <p:cNvPr id="7" name="Picture 6">
            <a:extLst>
              <a:ext uri="{FF2B5EF4-FFF2-40B4-BE49-F238E27FC236}">
                <a16:creationId xmlns:a16="http://schemas.microsoft.com/office/drawing/2014/main" id="{89EECECC-216F-17A8-5448-38C0E8B7D30F}"/>
              </a:ext>
            </a:extLst>
          </p:cNvPr>
          <p:cNvPicPr>
            <a:picLocks noChangeAspect="1"/>
          </p:cNvPicPr>
          <p:nvPr/>
        </p:nvPicPr>
        <p:blipFill>
          <a:blip r:embed="rId2"/>
          <a:stretch>
            <a:fillRect/>
          </a:stretch>
        </p:blipFill>
        <p:spPr>
          <a:xfrm>
            <a:off x="609600" y="2098917"/>
            <a:ext cx="5486400" cy="2899803"/>
          </a:xfrm>
          <a:prstGeom prst="rect">
            <a:avLst/>
          </a:prstGeom>
        </p:spPr>
      </p:pic>
      <p:sp>
        <p:nvSpPr>
          <p:cNvPr id="8" name="TextBox 4">
            <a:extLst>
              <a:ext uri="{FF2B5EF4-FFF2-40B4-BE49-F238E27FC236}">
                <a16:creationId xmlns:a16="http://schemas.microsoft.com/office/drawing/2014/main" id="{DDA2EBC8-129E-CF0E-1488-C11F622B4655}"/>
              </a:ext>
            </a:extLst>
          </p:cNvPr>
          <p:cNvSpPr txBox="1"/>
          <p:nvPr/>
        </p:nvSpPr>
        <p:spPr>
          <a:xfrm>
            <a:off x="6705448" y="2794000"/>
            <a:ext cx="5029200" cy="192360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700" b="0">
                <a:solidFill>
                  <a:srgbClr val="FFFFFF"/>
                </a:solidFill>
                <a:latin typeface="Calibri"/>
              </a:defRPr>
            </a:pPr>
            <a:r>
              <a:rPr dirty="0">
                <a:solidFill>
                  <a:schemeClr val="bg2">
                    <a:lumMod val="10000"/>
                  </a:schemeClr>
                </a:solidFill>
              </a:rPr>
              <a:t>Key Findings:</a:t>
            </a:r>
            <a:br>
              <a:rPr dirty="0">
                <a:solidFill>
                  <a:schemeClr val="bg2">
                    <a:lumMod val="10000"/>
                  </a:schemeClr>
                </a:solidFill>
              </a:rPr>
            </a:br>
            <a:br>
              <a:rPr dirty="0">
                <a:solidFill>
                  <a:schemeClr val="bg2">
                    <a:lumMod val="10000"/>
                  </a:schemeClr>
                </a:solidFill>
              </a:rPr>
            </a:br>
            <a:r>
              <a:rPr dirty="0">
                <a:solidFill>
                  <a:schemeClr val="bg2">
                    <a:lumMod val="10000"/>
                  </a:schemeClr>
                </a:solidFill>
              </a:rPr>
              <a:t>• Toyota Fortuner: ₹18.7L avg (highest)</a:t>
            </a:r>
            <a:br>
              <a:rPr dirty="0">
                <a:solidFill>
                  <a:schemeClr val="bg2">
                    <a:lumMod val="10000"/>
                  </a:schemeClr>
                </a:solidFill>
              </a:rPr>
            </a:br>
            <a:r>
              <a:rPr dirty="0">
                <a:solidFill>
                  <a:schemeClr val="bg2">
                    <a:lumMod val="10000"/>
                  </a:schemeClr>
                </a:solidFill>
              </a:rPr>
              <a:t>• Toyota Innova: ₹12.8L avg</a:t>
            </a:r>
            <a:br>
              <a:rPr dirty="0">
                <a:solidFill>
                  <a:schemeClr val="bg2">
                    <a:lumMod val="10000"/>
                  </a:schemeClr>
                </a:solidFill>
              </a:rPr>
            </a:br>
            <a:r>
              <a:rPr dirty="0">
                <a:solidFill>
                  <a:schemeClr val="bg2">
                    <a:lumMod val="10000"/>
                  </a:schemeClr>
                </a:solidFill>
              </a:rPr>
              <a:t>• Hyundai Creta: ₹11.5L avg</a:t>
            </a:r>
            <a:br>
              <a:rPr dirty="0">
                <a:solidFill>
                  <a:schemeClr val="bg2">
                    <a:lumMod val="10000"/>
                  </a:schemeClr>
                </a:solidFill>
              </a:rPr>
            </a:br>
            <a:r>
              <a:rPr dirty="0">
                <a:solidFill>
                  <a:schemeClr val="bg2">
                    <a:lumMod val="10000"/>
                  </a:schemeClr>
                </a:solidFill>
              </a:rPr>
              <a:t>• Sedans (City, </a:t>
            </a:r>
            <a:r>
              <a:rPr dirty="0" err="1">
                <a:solidFill>
                  <a:schemeClr val="bg2">
                    <a:lumMod val="10000"/>
                  </a:schemeClr>
                </a:solidFill>
              </a:rPr>
              <a:t>Ciaz</a:t>
            </a:r>
            <a:r>
              <a:rPr dirty="0">
                <a:solidFill>
                  <a:schemeClr val="bg2">
                    <a:lumMod val="10000"/>
                  </a:schemeClr>
                </a:solidFill>
              </a:rPr>
              <a:t>) mid-range</a:t>
            </a:r>
            <a:br>
              <a:rPr dirty="0">
                <a:solidFill>
                  <a:schemeClr val="bg2">
                    <a:lumMod val="10000"/>
                  </a:schemeClr>
                </a:solidFill>
              </a:rPr>
            </a:br>
            <a:r>
              <a:rPr dirty="0">
                <a:solidFill>
                  <a:schemeClr val="bg2">
                    <a:lumMod val="10000"/>
                  </a:schemeClr>
                </a:solidFill>
              </a:rPr>
              <a:t>• Budget cars under ₹6L avg</a:t>
            </a:r>
          </a:p>
        </p:txBody>
      </p:sp>
    </p:spTree>
    <p:extLst>
      <p:ext uri="{BB962C8B-B14F-4D97-AF65-F5344CB8AC3E}">
        <p14:creationId xmlns:p14="http://schemas.microsoft.com/office/powerpoint/2010/main" val="903765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a:extLst>
              <a:ext uri="{FF2B5EF4-FFF2-40B4-BE49-F238E27FC236}">
                <a16:creationId xmlns:a16="http://schemas.microsoft.com/office/drawing/2014/main" id="{51D610BA-A988-E81C-DF8D-0AFE217C049E}"/>
              </a:ext>
            </a:extLst>
          </p:cNvPr>
          <p:cNvSpPr txBox="1"/>
          <p:nvPr/>
        </p:nvSpPr>
        <p:spPr>
          <a:xfrm>
            <a:off x="457352" y="274320"/>
            <a:ext cx="10972800"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3200" b="1">
                <a:solidFill>
                  <a:srgbClr val="FFFFFF"/>
                </a:solidFill>
                <a:latin typeface="Calibri"/>
              </a:defRPr>
            </a:pPr>
            <a:r>
              <a:rPr dirty="0">
                <a:solidFill>
                  <a:schemeClr val="bg2">
                    <a:lumMod val="10000"/>
                  </a:schemeClr>
                </a:solidFill>
              </a:rPr>
              <a:t>RESULTS — Depreciation by Fuel Type</a:t>
            </a:r>
          </a:p>
        </p:txBody>
      </p:sp>
      <p:pic>
        <p:nvPicPr>
          <p:cNvPr id="7" name="Picture 6">
            <a:extLst>
              <a:ext uri="{FF2B5EF4-FFF2-40B4-BE49-F238E27FC236}">
                <a16:creationId xmlns:a16="http://schemas.microsoft.com/office/drawing/2014/main" id="{0BE4A446-8EF1-25BC-5616-3CDE50549A02}"/>
              </a:ext>
            </a:extLst>
          </p:cNvPr>
          <p:cNvPicPr>
            <a:picLocks noChangeAspect="1"/>
          </p:cNvPicPr>
          <p:nvPr/>
        </p:nvPicPr>
        <p:blipFill>
          <a:blip r:embed="rId2"/>
          <a:stretch>
            <a:fillRect/>
          </a:stretch>
        </p:blipFill>
        <p:spPr>
          <a:xfrm>
            <a:off x="457352" y="1838960"/>
            <a:ext cx="5486400" cy="3463263"/>
          </a:xfrm>
          <a:prstGeom prst="rect">
            <a:avLst/>
          </a:prstGeom>
        </p:spPr>
      </p:pic>
      <p:sp>
        <p:nvSpPr>
          <p:cNvPr id="8" name="TextBox 4">
            <a:extLst>
              <a:ext uri="{FF2B5EF4-FFF2-40B4-BE49-F238E27FC236}">
                <a16:creationId xmlns:a16="http://schemas.microsoft.com/office/drawing/2014/main" id="{8F3A4949-14B7-89EE-F439-4E9DEC621B99}"/>
              </a:ext>
            </a:extLst>
          </p:cNvPr>
          <p:cNvSpPr txBox="1"/>
          <p:nvPr/>
        </p:nvSpPr>
        <p:spPr>
          <a:xfrm>
            <a:off x="6705448" y="2357120"/>
            <a:ext cx="5029200" cy="192360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700" b="0">
                <a:solidFill>
                  <a:srgbClr val="FFFFFF"/>
                </a:solidFill>
                <a:latin typeface="Calibri"/>
              </a:defRPr>
            </a:pPr>
            <a:r>
              <a:rPr>
                <a:solidFill>
                  <a:schemeClr val="bg2">
                    <a:lumMod val="10000"/>
                  </a:schemeClr>
                </a:solidFill>
              </a:rPr>
              <a:t>Key Findings:</a:t>
            </a:r>
            <a:br>
              <a:rPr>
                <a:solidFill>
                  <a:schemeClr val="bg2">
                    <a:lumMod val="10000"/>
                  </a:schemeClr>
                </a:solidFill>
              </a:rPr>
            </a:br>
            <a:br>
              <a:rPr>
                <a:solidFill>
                  <a:schemeClr val="bg2">
                    <a:lumMod val="10000"/>
                  </a:schemeClr>
                </a:solidFill>
              </a:rPr>
            </a:br>
            <a:r>
              <a:rPr>
                <a:solidFill>
                  <a:schemeClr val="bg2">
                    <a:lumMod val="10000"/>
                  </a:schemeClr>
                </a:solidFill>
              </a:rPr>
              <a:t>• CNG cars depreciate most (49.0%)</a:t>
            </a:r>
            <a:br>
              <a:rPr>
                <a:solidFill>
                  <a:schemeClr val="bg2">
                    <a:lumMod val="10000"/>
                  </a:schemeClr>
                </a:solidFill>
              </a:rPr>
            </a:br>
            <a:r>
              <a:rPr>
                <a:solidFill>
                  <a:schemeClr val="bg2">
                    <a:lumMod val="10000"/>
                  </a:schemeClr>
                </a:solidFill>
              </a:rPr>
              <a:t>• Petrol cars: 37.6% avg depreciation</a:t>
            </a:r>
            <a:br>
              <a:rPr>
                <a:solidFill>
                  <a:schemeClr val="bg2">
                    <a:lumMod val="10000"/>
                  </a:schemeClr>
                </a:solidFill>
              </a:rPr>
            </a:br>
            <a:r>
              <a:rPr>
                <a:solidFill>
                  <a:schemeClr val="bg2">
                    <a:lumMod val="10000"/>
                  </a:schemeClr>
                </a:solidFill>
              </a:rPr>
              <a:t>• Diesel retains value best (32.0%)</a:t>
            </a:r>
            <a:br>
              <a:rPr>
                <a:solidFill>
                  <a:schemeClr val="bg2">
                    <a:lumMod val="10000"/>
                  </a:schemeClr>
                </a:solidFill>
              </a:rPr>
            </a:br>
            <a:r>
              <a:rPr>
                <a:solidFill>
                  <a:schemeClr val="bg2">
                    <a:lumMod val="10000"/>
                  </a:schemeClr>
                </a:solidFill>
              </a:rPr>
              <a:t>• Lower depreciation = Better investment</a:t>
            </a:r>
            <a:br>
              <a:rPr>
                <a:solidFill>
                  <a:schemeClr val="bg2">
                    <a:lumMod val="10000"/>
                  </a:schemeClr>
                </a:solidFill>
              </a:rPr>
            </a:br>
            <a:r>
              <a:rPr>
                <a:solidFill>
                  <a:schemeClr val="bg2">
                    <a:lumMod val="10000"/>
                  </a:schemeClr>
                </a:solidFill>
              </a:rPr>
              <a:t>• Diesel engines have longer lifespan</a:t>
            </a:r>
          </a:p>
        </p:txBody>
      </p:sp>
    </p:spTree>
    <p:extLst>
      <p:ext uri="{BB962C8B-B14F-4D97-AF65-F5344CB8AC3E}">
        <p14:creationId xmlns:p14="http://schemas.microsoft.com/office/powerpoint/2010/main" val="3203056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
            <a:extLst>
              <a:ext uri="{FF2B5EF4-FFF2-40B4-BE49-F238E27FC236}">
                <a16:creationId xmlns:a16="http://schemas.microsoft.com/office/drawing/2014/main" id="{D3521FF6-E568-7B5A-7314-882D69AD33C5}"/>
              </a:ext>
            </a:extLst>
          </p:cNvPr>
          <p:cNvSpPr txBox="1"/>
          <p:nvPr/>
        </p:nvSpPr>
        <p:spPr>
          <a:xfrm>
            <a:off x="457352" y="274320"/>
            <a:ext cx="10972800"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3200" b="1">
                <a:solidFill>
                  <a:srgbClr val="FFFFFF"/>
                </a:solidFill>
                <a:latin typeface="Calibri"/>
              </a:defRPr>
            </a:pPr>
            <a:r>
              <a:rPr dirty="0">
                <a:solidFill>
                  <a:schemeClr val="bg2">
                    <a:lumMod val="10000"/>
                  </a:schemeClr>
                </a:solidFill>
              </a:rPr>
              <a:t>RESULTS — Correlation Heatmap</a:t>
            </a:r>
          </a:p>
        </p:txBody>
      </p:sp>
      <p:pic>
        <p:nvPicPr>
          <p:cNvPr id="7" name="Picture 6">
            <a:extLst>
              <a:ext uri="{FF2B5EF4-FFF2-40B4-BE49-F238E27FC236}">
                <a16:creationId xmlns:a16="http://schemas.microsoft.com/office/drawing/2014/main" id="{EBBA45A0-6712-FE0B-166B-60FE76D0DE22}"/>
              </a:ext>
            </a:extLst>
          </p:cNvPr>
          <p:cNvPicPr>
            <a:picLocks noChangeAspect="1"/>
          </p:cNvPicPr>
          <p:nvPr/>
        </p:nvPicPr>
        <p:blipFill>
          <a:blip r:embed="rId2"/>
          <a:stretch>
            <a:fillRect/>
          </a:stretch>
        </p:blipFill>
        <p:spPr>
          <a:xfrm>
            <a:off x="578968" y="1674319"/>
            <a:ext cx="5486400" cy="4269281"/>
          </a:xfrm>
          <a:prstGeom prst="rect">
            <a:avLst/>
          </a:prstGeom>
        </p:spPr>
      </p:pic>
      <p:sp>
        <p:nvSpPr>
          <p:cNvPr id="8" name="TextBox 4">
            <a:extLst>
              <a:ext uri="{FF2B5EF4-FFF2-40B4-BE49-F238E27FC236}">
                <a16:creationId xmlns:a16="http://schemas.microsoft.com/office/drawing/2014/main" id="{CC184DD8-AFD0-1312-ECAC-388A2EF21AA0}"/>
              </a:ext>
            </a:extLst>
          </p:cNvPr>
          <p:cNvSpPr txBox="1"/>
          <p:nvPr/>
        </p:nvSpPr>
        <p:spPr>
          <a:xfrm>
            <a:off x="6797192" y="2467198"/>
            <a:ext cx="5029200" cy="192360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700" b="0">
                <a:solidFill>
                  <a:srgbClr val="FFFFFF"/>
                </a:solidFill>
                <a:latin typeface="Calibri"/>
              </a:defRPr>
            </a:pPr>
            <a:r>
              <a:rPr>
                <a:solidFill>
                  <a:schemeClr val="bg2">
                    <a:lumMod val="10000"/>
                  </a:schemeClr>
                </a:solidFill>
              </a:rPr>
              <a:t>Key Findings:</a:t>
            </a:r>
            <a:br>
              <a:rPr>
                <a:solidFill>
                  <a:schemeClr val="bg2">
                    <a:lumMod val="10000"/>
                  </a:schemeClr>
                </a:solidFill>
              </a:rPr>
            </a:br>
            <a:br>
              <a:rPr>
                <a:solidFill>
                  <a:schemeClr val="bg2">
                    <a:lumMod val="10000"/>
                  </a:schemeClr>
                </a:solidFill>
              </a:rPr>
            </a:br>
            <a:r>
              <a:rPr>
                <a:solidFill>
                  <a:schemeClr val="bg2">
                    <a:lumMod val="10000"/>
                  </a:schemeClr>
                </a:solidFill>
              </a:rPr>
              <a:t>• Year vs Depreciation: -0.85</a:t>
            </a:r>
            <a:br>
              <a:rPr>
                <a:solidFill>
                  <a:schemeClr val="bg2">
                    <a:lumMod val="10000"/>
                  </a:schemeClr>
                </a:solidFill>
              </a:rPr>
            </a:br>
            <a:r>
              <a:rPr>
                <a:solidFill>
                  <a:schemeClr val="bg2">
                    <a:lumMod val="10000"/>
                  </a:schemeClr>
                </a:solidFill>
              </a:rPr>
              <a:t>• Present vs Selling Price: +0.88</a:t>
            </a:r>
            <a:br>
              <a:rPr>
                <a:solidFill>
                  <a:schemeClr val="bg2">
                    <a:lumMod val="10000"/>
                  </a:schemeClr>
                </a:solidFill>
              </a:rPr>
            </a:br>
            <a:r>
              <a:rPr>
                <a:solidFill>
                  <a:schemeClr val="bg2">
                    <a:lumMod val="10000"/>
                  </a:schemeClr>
                </a:solidFill>
              </a:rPr>
              <a:t>• Kms Driven weakly correlates</a:t>
            </a:r>
            <a:br>
              <a:rPr>
                <a:solidFill>
                  <a:schemeClr val="bg2">
                    <a:lumMod val="10000"/>
                  </a:schemeClr>
                </a:solidFill>
              </a:rPr>
            </a:br>
            <a:r>
              <a:rPr>
                <a:solidFill>
                  <a:schemeClr val="bg2">
                    <a:lumMod val="10000"/>
                  </a:schemeClr>
                </a:solidFill>
              </a:rPr>
              <a:t>• Age is biggest price determinant</a:t>
            </a:r>
            <a:br>
              <a:rPr>
                <a:solidFill>
                  <a:schemeClr val="bg2">
                    <a:lumMod val="10000"/>
                  </a:schemeClr>
                </a:solidFill>
              </a:rPr>
            </a:br>
            <a:r>
              <a:rPr>
                <a:solidFill>
                  <a:schemeClr val="bg2">
                    <a:lumMod val="10000"/>
                  </a:schemeClr>
                </a:solidFill>
              </a:rPr>
              <a:t>• Depreciation % rises with mileage</a:t>
            </a:r>
          </a:p>
        </p:txBody>
      </p:sp>
    </p:spTree>
    <p:extLst>
      <p:ext uri="{BB962C8B-B14F-4D97-AF65-F5344CB8AC3E}">
        <p14:creationId xmlns:p14="http://schemas.microsoft.com/office/powerpoint/2010/main" val="3608001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A54F25-7DC6-4645-F023-DA1C84C84FFD}"/>
              </a:ext>
            </a:extLst>
          </p:cNvPr>
          <p:cNvSpPr txBox="1"/>
          <p:nvPr/>
        </p:nvSpPr>
        <p:spPr>
          <a:xfrm>
            <a:off x="457352" y="457200"/>
            <a:ext cx="10972800" cy="707886"/>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4000" b="1">
                <a:solidFill>
                  <a:srgbClr val="FFFFFF"/>
                </a:solidFill>
                <a:latin typeface="Calibri"/>
              </a:defRPr>
            </a:pPr>
            <a:r>
              <a:rPr dirty="0">
                <a:solidFill>
                  <a:schemeClr val="bg2">
                    <a:lumMod val="10000"/>
                  </a:schemeClr>
                </a:solidFill>
              </a:rPr>
              <a:t>Demo Link</a:t>
            </a:r>
          </a:p>
        </p:txBody>
      </p:sp>
      <p:sp>
        <p:nvSpPr>
          <p:cNvPr id="5" name="TextBox 4">
            <a:extLst>
              <a:ext uri="{FF2B5EF4-FFF2-40B4-BE49-F238E27FC236}">
                <a16:creationId xmlns:a16="http://schemas.microsoft.com/office/drawing/2014/main" id="{43925F17-A5EB-158D-F3D5-952B5230A9B6}"/>
              </a:ext>
            </a:extLst>
          </p:cNvPr>
          <p:cNvSpPr txBox="1"/>
          <p:nvPr/>
        </p:nvSpPr>
        <p:spPr>
          <a:xfrm>
            <a:off x="731672" y="2611120"/>
            <a:ext cx="1051560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0">
                <a:solidFill>
                  <a:srgbClr val="4FC3F7"/>
                </a:solidFill>
                <a:latin typeface="Calibri"/>
              </a:defRPr>
            </a:pPr>
            <a:r>
              <a:t>GitHub Repository: [Your Repo Link]</a:t>
            </a:r>
          </a:p>
        </p:txBody>
      </p:sp>
      <p:sp>
        <p:nvSpPr>
          <p:cNvPr id="6" name="TextBox 5">
            <a:extLst>
              <a:ext uri="{FF2B5EF4-FFF2-40B4-BE49-F238E27FC236}">
                <a16:creationId xmlns:a16="http://schemas.microsoft.com/office/drawing/2014/main" id="{EF007E21-4C87-F1FC-19C3-F1C27246E321}"/>
              </a:ext>
            </a:extLst>
          </p:cNvPr>
          <p:cNvSpPr txBox="1"/>
          <p:nvPr/>
        </p:nvSpPr>
        <p:spPr>
          <a:xfrm>
            <a:off x="731672" y="3881120"/>
            <a:ext cx="105156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0">
                <a:solidFill>
                  <a:srgbClr val="FFFFFF"/>
                </a:solidFill>
                <a:latin typeface="Calibri"/>
              </a:defRPr>
            </a:pPr>
            <a:r>
              <a:rPr dirty="0">
                <a:solidFill>
                  <a:schemeClr val="bg2">
                    <a:lumMod val="10000"/>
                  </a:schemeClr>
                </a:solidFill>
              </a:rPr>
              <a:t>Dataset: 301 used car records from Car Dekho (2003-2018</a:t>
            </a:r>
            <a:r>
              <a:rPr dirty="0"/>
              <a:t>)</a:t>
            </a:r>
          </a:p>
        </p:txBody>
      </p:sp>
      <p:pic>
        <p:nvPicPr>
          <p:cNvPr id="8" name="Picture 7">
            <a:extLst>
              <a:ext uri="{FF2B5EF4-FFF2-40B4-BE49-F238E27FC236}">
                <a16:creationId xmlns:a16="http://schemas.microsoft.com/office/drawing/2014/main" id="{B9ABA729-707A-B658-F6EC-05634AF7A522}"/>
              </a:ext>
            </a:extLst>
          </p:cNvPr>
          <p:cNvPicPr>
            <a:picLocks noChangeAspect="1"/>
          </p:cNvPicPr>
          <p:nvPr/>
        </p:nvPicPr>
        <p:blipFill>
          <a:blip r:embed="rId2"/>
          <a:stretch>
            <a:fillRect/>
          </a:stretch>
        </p:blipFill>
        <p:spPr>
          <a:xfrm>
            <a:off x="26515" y="1165086"/>
            <a:ext cx="11925913" cy="5105662"/>
          </a:xfrm>
          <a:prstGeom prst="rect">
            <a:avLst/>
          </a:prstGeom>
        </p:spPr>
      </p:pic>
    </p:spTree>
    <p:extLst>
      <p:ext uri="{BB962C8B-B14F-4D97-AF65-F5344CB8AC3E}">
        <p14:creationId xmlns:p14="http://schemas.microsoft.com/office/powerpoint/2010/main" val="694650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DE8DE2B-61C1-46D5-BEB8-521321C182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E012C92A-B902-4B69-BDCF-CCA3021FCB4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A2BDBC14-42A0-4182-BFBA-0751F6350C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902DC474-5BCC-4188-ACDC-AD63E6B18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7B427019-8592-4032-931B-4F27104C9D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1D6E2CEA-A5BB-4CF7-B907-AE4DBF6748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78D09D5A-29CC-4B32-9CE1-72E607558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6DF3A3FC-950B-40B0-923D-0F0BC1A54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BCA0F2E1-CD3D-4521-9CCB-41A5CC6C5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9BA4F16A-21DC-462A-AD37-0A93C8B79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FB75EBDD-038D-4572-A372-114938295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3" name="Rectangle 22">
            <a:extLst>
              <a:ext uri="{FF2B5EF4-FFF2-40B4-BE49-F238E27FC236}">
                <a16:creationId xmlns:a16="http://schemas.microsoft.com/office/drawing/2014/main" id="{21029ED5-F105-4DD2-99C8-1E4422817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2D621E68-BF28-4A1C-B1A2-4E55E139E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BE8BBE4D-F0DF-49B9-B75A-99DAC53ACA7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E0F07DDC-34A6-46A1-9DE9-2BBE2931A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2CEB2BF9-B8DB-45B9-86EA-D197B5B1A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08B5BB34-3801-4E70-A981-FE007635E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38432A75-2CEB-463C-A8F2-ABB50A79F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E7E850B8-C050-4597-8BEB-113FEC9A27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24ACC798-9CEC-4B6F-A8DD-F8E6FCCCF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1D58A8C6-1294-4CD9-89BC-F1E981A5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F32F2ED6-6143-46C4-A641-72D42732B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6" name="Rectangle 35">
            <a:extLst>
              <a:ext uri="{FF2B5EF4-FFF2-40B4-BE49-F238E27FC236}">
                <a16:creationId xmlns:a16="http://schemas.microsoft.com/office/drawing/2014/main" id="{5C9652B3-A450-4ED6-8FBF-F536BA60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6356D48-F7D5-AD1F-B35C-06003994F78C}"/>
              </a:ext>
            </a:extLst>
          </p:cNvPr>
          <p:cNvPicPr>
            <a:picLocks noChangeAspect="1"/>
          </p:cNvPicPr>
          <p:nvPr/>
        </p:nvPicPr>
        <p:blipFill>
          <a:blip r:embed="rId2"/>
          <a:srcRect r="11018" b="1"/>
          <a:stretch>
            <a:fillRect/>
          </a:stretch>
        </p:blipFill>
        <p:spPr>
          <a:xfrm>
            <a:off x="568452" y="571500"/>
            <a:ext cx="11055096" cy="5715000"/>
          </a:xfrm>
          <a:prstGeom prst="rect">
            <a:avLst/>
          </a:prstGeom>
        </p:spPr>
      </p:pic>
    </p:spTree>
    <p:extLst>
      <p:ext uri="{BB962C8B-B14F-4D97-AF65-F5344CB8AC3E}">
        <p14:creationId xmlns:p14="http://schemas.microsoft.com/office/powerpoint/2010/main" val="2597412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B223840-9DA1-0F19-5FCF-A4C4D5B0D39D}"/>
              </a:ext>
            </a:extLst>
          </p:cNvPr>
          <p:cNvSpPr txBox="1"/>
          <p:nvPr/>
        </p:nvSpPr>
        <p:spPr>
          <a:xfrm>
            <a:off x="812800" y="2641600"/>
            <a:ext cx="11074400" cy="369332"/>
          </a:xfrm>
          <a:prstGeom prst="rect">
            <a:avLst/>
          </a:prstGeom>
          <a:noFill/>
        </p:spPr>
        <p:txBody>
          <a:bodyPr wrap="square" rtlCol="0">
            <a:spAutoFit/>
          </a:bodyPr>
          <a:lstStyle/>
          <a:p>
            <a:r>
              <a:rPr lang="en-US" dirty="0" err="1"/>
              <a:t>Github</a:t>
            </a:r>
            <a:r>
              <a:rPr lang="en-US" dirty="0"/>
              <a:t> : https://github.com/mrsonu-boop/Car-Market-Trends-Analysis-with-Car-Dekho-Data/tree/main</a:t>
            </a:r>
          </a:p>
        </p:txBody>
      </p:sp>
    </p:spTree>
    <p:extLst>
      <p:ext uri="{BB962C8B-B14F-4D97-AF65-F5344CB8AC3E}">
        <p14:creationId xmlns:p14="http://schemas.microsoft.com/office/powerpoint/2010/main" val="525040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 name="TextBox 2">
            <a:extLst>
              <a:ext uri="{FF2B5EF4-FFF2-40B4-BE49-F238E27FC236}">
                <a16:creationId xmlns:a16="http://schemas.microsoft.com/office/drawing/2014/main" id="{F1CB3E2C-CDDC-2552-511C-BCD81A0BEC72}"/>
              </a:ext>
            </a:extLst>
          </p:cNvPr>
          <p:cNvSpPr txBox="1">
            <a:spLocks noGrp="1"/>
          </p:cNvSpPr>
          <p:nvPr>
            <p:ph type="body" sz="quarter" idx="12"/>
          </p:nvPr>
        </p:nvSpPr>
        <p:spPr>
          <a:xfrm>
            <a:off x="4230573" y="3018797"/>
            <a:ext cx="3273973" cy="954107"/>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5600" b="1">
                <a:solidFill>
                  <a:srgbClr val="FFFFFF"/>
                </a:solidFill>
                <a:latin typeface="Calibri"/>
              </a:defRPr>
            </a:pPr>
            <a:r>
              <a:rPr>
                <a:solidFill>
                  <a:schemeClr val="bg2">
                    <a:lumMod val="10000"/>
                  </a:schemeClr>
                </a:solidFill>
              </a:rPr>
              <a:t>Thank you</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598</TotalTime>
  <Words>763</Words>
  <Application>Microsoft Office PowerPoint</Application>
  <PresentationFormat>Widescreen</PresentationFormat>
  <Paragraphs>40</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Trebuchet MS</vt:lpstr>
      <vt:lpstr>Wingdings</vt:lpstr>
      <vt:lpstr>Wingdings 3</vt:lpstr>
      <vt:lpstr>Facet</vt:lpstr>
      <vt:lpstr>Project Title - Car Market Trends Analysis with Car Dekho Data </vt:lpstr>
      <vt:lpstr>PROBLEM  STATEMENT</vt:lpstr>
      <vt:lpstr>Project Description  </vt:lpstr>
      <vt:lpstr>WHO ARE THE END USERS?</vt:lpstr>
      <vt:lpstr>Technology Used</vt:lpstr>
      <vt:lpstr>RESULTS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PRATHMESH THORWAT</cp:lastModifiedBy>
  <cp:revision>74</cp:revision>
  <dcterms:created xsi:type="dcterms:W3CDTF">2021-07-11T13:13:15Z</dcterms:created>
  <dcterms:modified xsi:type="dcterms:W3CDTF">2026-08-27T15:54:14Z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